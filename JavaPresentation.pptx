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CAFF72-624B-4326-92E1-4CB2DB408E91}" v="20" dt="2026-06-09T11:03:46.0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usham Kumari" userId="1e1b9c8214e376ee" providerId="LiveId" clId="{5BE44BC2-7436-43EA-9A2C-A945D7B2E5DF}"/>
    <pc:docChg chg="undo custSel addSld delSld modSld">
      <pc:chgData name="Mausham Kumari" userId="1e1b9c8214e376ee" providerId="LiveId" clId="{5BE44BC2-7436-43EA-9A2C-A945D7B2E5DF}" dt="2026-06-09T11:04:07.502" v="432" actId="2711"/>
      <pc:docMkLst>
        <pc:docMk/>
      </pc:docMkLst>
      <pc:sldChg chg="modSp mod">
        <pc:chgData name="Mausham Kumari" userId="1e1b9c8214e376ee" providerId="LiveId" clId="{5BE44BC2-7436-43EA-9A2C-A945D7B2E5DF}" dt="2026-06-09T11:04:07.502" v="432" actId="2711"/>
        <pc:sldMkLst>
          <pc:docMk/>
          <pc:sldMk cId="4221818724" sldId="256"/>
        </pc:sldMkLst>
        <pc:spChg chg="mod">
          <ac:chgData name="Mausham Kumari" userId="1e1b9c8214e376ee" providerId="LiveId" clId="{5BE44BC2-7436-43EA-9A2C-A945D7B2E5DF}" dt="2026-06-09T10:58:45.117" v="351"/>
          <ac:spMkLst>
            <pc:docMk/>
            <pc:sldMk cId="4221818724" sldId="256"/>
            <ac:spMk id="2" creationId="{ECC1FE9A-9D90-0346-9BEA-7B2E3A2FBEE4}"/>
          </ac:spMkLst>
        </pc:spChg>
        <pc:spChg chg="mod">
          <ac:chgData name="Mausham Kumari" userId="1e1b9c8214e376ee" providerId="LiveId" clId="{5BE44BC2-7436-43EA-9A2C-A945D7B2E5DF}" dt="2026-06-09T11:04:07.502" v="432" actId="2711"/>
          <ac:spMkLst>
            <pc:docMk/>
            <pc:sldMk cId="4221818724" sldId="256"/>
            <ac:spMk id="3" creationId="{7A7D5633-EED5-0850-C815-4AA28C8FAF0D}"/>
          </ac:spMkLst>
        </pc:spChg>
      </pc:sldChg>
      <pc:sldChg chg="modSp new mod">
        <pc:chgData name="Mausham Kumari" userId="1e1b9c8214e376ee" providerId="LiveId" clId="{5BE44BC2-7436-43EA-9A2C-A945D7B2E5DF}" dt="2026-06-09T10:07:14.182" v="108" actId="207"/>
        <pc:sldMkLst>
          <pc:docMk/>
          <pc:sldMk cId="513191802" sldId="257"/>
        </pc:sldMkLst>
        <pc:spChg chg="mod">
          <ac:chgData name="Mausham Kumari" userId="1e1b9c8214e376ee" providerId="LiveId" clId="{5BE44BC2-7436-43EA-9A2C-A945D7B2E5DF}" dt="2026-06-09T10:04:25.211" v="105" actId="115"/>
          <ac:spMkLst>
            <pc:docMk/>
            <pc:sldMk cId="513191802" sldId="257"/>
            <ac:spMk id="2" creationId="{C88CE777-4579-B540-371A-AA84E2274032}"/>
          </ac:spMkLst>
        </pc:spChg>
        <pc:spChg chg="mod">
          <ac:chgData name="Mausham Kumari" userId="1e1b9c8214e376ee" providerId="LiveId" clId="{5BE44BC2-7436-43EA-9A2C-A945D7B2E5DF}" dt="2026-06-09T10:07:14.182" v="108" actId="207"/>
          <ac:spMkLst>
            <pc:docMk/>
            <pc:sldMk cId="513191802" sldId="257"/>
            <ac:spMk id="3" creationId="{B8A06F40-4412-94AD-3277-83BD154303EC}"/>
          </ac:spMkLst>
        </pc:spChg>
      </pc:sldChg>
      <pc:sldChg chg="new del">
        <pc:chgData name="Mausham Kumari" userId="1e1b9c8214e376ee" providerId="LiveId" clId="{5BE44BC2-7436-43EA-9A2C-A945D7B2E5DF}" dt="2026-06-09T09:59:46.414" v="37" actId="2696"/>
        <pc:sldMkLst>
          <pc:docMk/>
          <pc:sldMk cId="964653149" sldId="257"/>
        </pc:sldMkLst>
      </pc:sldChg>
      <pc:sldChg chg="new del">
        <pc:chgData name="Mausham Kumari" userId="1e1b9c8214e376ee" providerId="LiveId" clId="{5BE44BC2-7436-43EA-9A2C-A945D7B2E5DF}" dt="2026-06-09T10:03:10.986" v="59" actId="2696"/>
        <pc:sldMkLst>
          <pc:docMk/>
          <pc:sldMk cId="1196286746" sldId="258"/>
        </pc:sldMkLst>
      </pc:sldChg>
      <pc:sldChg chg="addSp new del mod">
        <pc:chgData name="Mausham Kumari" userId="1e1b9c8214e376ee" providerId="LiveId" clId="{5BE44BC2-7436-43EA-9A2C-A945D7B2E5DF}" dt="2026-06-09T10:10:25.883" v="111" actId="2696"/>
        <pc:sldMkLst>
          <pc:docMk/>
          <pc:sldMk cId="3013439196" sldId="258"/>
        </pc:sldMkLst>
        <pc:spChg chg="add">
          <ac:chgData name="Mausham Kumari" userId="1e1b9c8214e376ee" providerId="LiveId" clId="{5BE44BC2-7436-43EA-9A2C-A945D7B2E5DF}" dt="2026-06-09T10:10:07.677" v="110" actId="22"/>
          <ac:spMkLst>
            <pc:docMk/>
            <pc:sldMk cId="3013439196" sldId="258"/>
            <ac:spMk id="3" creationId="{5D741094-0415-8AF2-1736-12A3F95D2F02}"/>
          </ac:spMkLst>
        </pc:spChg>
      </pc:sldChg>
      <pc:sldChg chg="addSp delSp modSp new mod setBg">
        <pc:chgData name="Mausham Kumari" userId="1e1b9c8214e376ee" providerId="LiveId" clId="{5BE44BC2-7436-43EA-9A2C-A945D7B2E5DF}" dt="2026-06-09T10:12:05.129" v="118" actId="26606"/>
        <pc:sldMkLst>
          <pc:docMk/>
          <pc:sldMk cId="3346839522" sldId="258"/>
        </pc:sldMkLst>
        <pc:spChg chg="add">
          <ac:chgData name="Mausham Kumari" userId="1e1b9c8214e376ee" providerId="LiveId" clId="{5BE44BC2-7436-43EA-9A2C-A945D7B2E5DF}" dt="2026-06-09T10:12:05.129" v="118" actId="26606"/>
          <ac:spMkLst>
            <pc:docMk/>
            <pc:sldMk cId="3346839522" sldId="258"/>
            <ac:spMk id="8" creationId="{DDDE267B-E820-4910-868D-BA40CFB936D7}"/>
          </ac:spMkLst>
        </pc:spChg>
        <pc:picChg chg="add mod">
          <ac:chgData name="Mausham Kumari" userId="1e1b9c8214e376ee" providerId="LiveId" clId="{5BE44BC2-7436-43EA-9A2C-A945D7B2E5DF}" dt="2026-06-09T10:12:05.129" v="118" actId="26606"/>
          <ac:picMkLst>
            <pc:docMk/>
            <pc:sldMk cId="3346839522" sldId="258"/>
            <ac:picMk id="3" creationId="{25186AEB-363B-738E-7844-35B351300D24}"/>
          </ac:picMkLst>
        </pc:picChg>
        <pc:picChg chg="add del mod">
          <ac:chgData name="Mausham Kumari" userId="1e1b9c8214e376ee" providerId="LiveId" clId="{5BE44BC2-7436-43EA-9A2C-A945D7B2E5DF}" dt="2026-06-09T10:11:58.656" v="117" actId="478"/>
          <ac:picMkLst>
            <pc:docMk/>
            <pc:sldMk cId="3346839522" sldId="258"/>
            <ac:picMk id="5" creationId="{71C2D175-AB49-7DE6-E8DA-B917B8617221}"/>
          </ac:picMkLst>
        </pc:picChg>
        <pc:picChg chg="add">
          <ac:chgData name="Mausham Kumari" userId="1e1b9c8214e376ee" providerId="LiveId" clId="{5BE44BC2-7436-43EA-9A2C-A945D7B2E5DF}" dt="2026-06-09T10:12:05.129" v="118" actId="26606"/>
          <ac:picMkLst>
            <pc:docMk/>
            <pc:sldMk cId="3346839522" sldId="258"/>
            <ac:picMk id="10" creationId="{FF3E25D7-C2F8-445D-AA42-C1163028DA68}"/>
          </ac:picMkLst>
        </pc:picChg>
      </pc:sldChg>
      <pc:sldChg chg="addSp modSp new del mod">
        <pc:chgData name="Mausham Kumari" userId="1e1b9c8214e376ee" providerId="LiveId" clId="{5BE44BC2-7436-43EA-9A2C-A945D7B2E5DF}" dt="2026-06-09T10:15:31.756" v="121" actId="2696"/>
        <pc:sldMkLst>
          <pc:docMk/>
          <pc:sldMk cId="13361747" sldId="259"/>
        </pc:sldMkLst>
        <pc:picChg chg="add mod">
          <ac:chgData name="Mausham Kumari" userId="1e1b9c8214e376ee" providerId="LiveId" clId="{5BE44BC2-7436-43EA-9A2C-A945D7B2E5DF}" dt="2026-06-09T10:15:10.800" v="120" actId="931"/>
          <ac:picMkLst>
            <pc:docMk/>
            <pc:sldMk cId="13361747" sldId="259"/>
            <ac:picMk id="3" creationId="{5D48F142-1180-1A62-D6AA-F74160BBFD4A}"/>
          </ac:picMkLst>
        </pc:picChg>
      </pc:sldChg>
      <pc:sldChg chg="new del">
        <pc:chgData name="Mausham Kumari" userId="1e1b9c8214e376ee" providerId="LiveId" clId="{5BE44BC2-7436-43EA-9A2C-A945D7B2E5DF}" dt="2026-06-09T10:03:13.286" v="60" actId="2696"/>
        <pc:sldMkLst>
          <pc:docMk/>
          <pc:sldMk cId="1798987253" sldId="259"/>
        </pc:sldMkLst>
      </pc:sldChg>
      <pc:sldChg chg="addSp delSp modSp new mod setBg setClrOvrMap">
        <pc:chgData name="Mausham Kumari" userId="1e1b9c8214e376ee" providerId="LiveId" clId="{5BE44BC2-7436-43EA-9A2C-A945D7B2E5DF}" dt="2026-06-09T10:20:57.673" v="132" actId="26606"/>
        <pc:sldMkLst>
          <pc:docMk/>
          <pc:sldMk cId="3586578986" sldId="259"/>
        </pc:sldMkLst>
        <pc:spChg chg="add del">
          <ac:chgData name="Mausham Kumari" userId="1e1b9c8214e376ee" providerId="LiveId" clId="{5BE44BC2-7436-43EA-9A2C-A945D7B2E5DF}" dt="2026-06-09T10:20:34.695" v="127" actId="26606"/>
          <ac:spMkLst>
            <pc:docMk/>
            <pc:sldMk cId="3586578986" sldId="259"/>
            <ac:spMk id="1031" creationId="{57E607C4-A0A1-44FA-981D-EA3B81396361}"/>
          </ac:spMkLst>
        </pc:spChg>
        <pc:spChg chg="add del">
          <ac:chgData name="Mausham Kumari" userId="1e1b9c8214e376ee" providerId="LiveId" clId="{5BE44BC2-7436-43EA-9A2C-A945D7B2E5DF}" dt="2026-06-09T10:20:56.125" v="129" actId="26606"/>
          <ac:spMkLst>
            <pc:docMk/>
            <pc:sldMk cId="3586578986" sldId="259"/>
            <ac:spMk id="1035" creationId="{40C1BC1E-153D-4DA3-87A4-314B61BC498D}"/>
          </ac:spMkLst>
        </pc:spChg>
        <pc:spChg chg="add del">
          <ac:chgData name="Mausham Kumari" userId="1e1b9c8214e376ee" providerId="LiveId" clId="{5BE44BC2-7436-43EA-9A2C-A945D7B2E5DF}" dt="2026-06-09T10:20:56.125" v="129" actId="26606"/>
          <ac:spMkLst>
            <pc:docMk/>
            <pc:sldMk cId="3586578986" sldId="259"/>
            <ac:spMk id="1036" creationId="{FB5A56C3-A6D4-4D92-8AE6-10218C0764F5}"/>
          </ac:spMkLst>
        </pc:spChg>
        <pc:spChg chg="add del">
          <ac:chgData name="Mausham Kumari" userId="1e1b9c8214e376ee" providerId="LiveId" clId="{5BE44BC2-7436-43EA-9A2C-A945D7B2E5DF}" dt="2026-06-09T10:20:57.672" v="131" actId="26606"/>
          <ac:spMkLst>
            <pc:docMk/>
            <pc:sldMk cId="3586578986" sldId="259"/>
            <ac:spMk id="1038" creationId="{57E607C4-A0A1-44FA-981D-EA3B81396361}"/>
          </ac:spMkLst>
        </pc:spChg>
        <pc:picChg chg="add mod">
          <ac:chgData name="Mausham Kumari" userId="1e1b9c8214e376ee" providerId="LiveId" clId="{5BE44BC2-7436-43EA-9A2C-A945D7B2E5DF}" dt="2026-06-09T10:20:57.673" v="132" actId="26606"/>
          <ac:picMkLst>
            <pc:docMk/>
            <pc:sldMk cId="3586578986" sldId="259"/>
            <ac:picMk id="1026" creationId="{C0095C91-8365-E501-8CFB-84DAA045A6C6}"/>
          </ac:picMkLst>
        </pc:picChg>
        <pc:picChg chg="add del">
          <ac:chgData name="Mausham Kumari" userId="1e1b9c8214e376ee" providerId="LiveId" clId="{5BE44BC2-7436-43EA-9A2C-A945D7B2E5DF}" dt="2026-06-09T10:20:34.695" v="127" actId="26606"/>
          <ac:picMkLst>
            <pc:docMk/>
            <pc:sldMk cId="3586578986" sldId="259"/>
            <ac:picMk id="1033" creationId="{08D97526-B9D9-4257-B6A9-9D7988974929}"/>
          </ac:picMkLst>
        </pc:picChg>
        <pc:picChg chg="add del">
          <ac:chgData name="Mausham Kumari" userId="1e1b9c8214e376ee" providerId="LiveId" clId="{5BE44BC2-7436-43EA-9A2C-A945D7B2E5DF}" dt="2026-06-09T10:20:57.672" v="131" actId="26606"/>
          <ac:picMkLst>
            <pc:docMk/>
            <pc:sldMk cId="3586578986" sldId="259"/>
            <ac:picMk id="1039" creationId="{08D97526-B9D9-4257-B6A9-9D7988974929}"/>
          </ac:picMkLst>
        </pc:picChg>
      </pc:sldChg>
      <pc:sldChg chg="addSp delSp modSp new mod setBg setClrOvrMap">
        <pc:chgData name="Mausham Kumari" userId="1e1b9c8214e376ee" providerId="LiveId" clId="{5BE44BC2-7436-43EA-9A2C-A945D7B2E5DF}" dt="2026-06-09T10:57:38.856" v="350" actId="115"/>
        <pc:sldMkLst>
          <pc:docMk/>
          <pc:sldMk cId="518916303" sldId="260"/>
        </pc:sldMkLst>
        <pc:spChg chg="mod">
          <ac:chgData name="Mausham Kumari" userId="1e1b9c8214e376ee" providerId="LiveId" clId="{5BE44BC2-7436-43EA-9A2C-A945D7B2E5DF}" dt="2026-06-09T10:57:38.856" v="350" actId="115"/>
          <ac:spMkLst>
            <pc:docMk/>
            <pc:sldMk cId="518916303" sldId="260"/>
            <ac:spMk id="2" creationId="{A7E35E51-5091-D934-0648-5BDB24E156E3}"/>
          </ac:spMkLst>
        </pc:spChg>
        <pc:spChg chg="mod">
          <ac:chgData name="Mausham Kumari" userId="1e1b9c8214e376ee" providerId="LiveId" clId="{5BE44BC2-7436-43EA-9A2C-A945D7B2E5DF}" dt="2026-06-09T10:57:01.728" v="346" actId="255"/>
          <ac:spMkLst>
            <pc:docMk/>
            <pc:sldMk cId="518916303" sldId="260"/>
            <ac:spMk id="3" creationId="{24E7A27E-88B8-43D2-444A-421AA5B0BA7F}"/>
          </ac:spMkLst>
        </pc:spChg>
        <pc:spChg chg="add del">
          <ac:chgData name="Mausham Kumari" userId="1e1b9c8214e376ee" providerId="LiveId" clId="{5BE44BC2-7436-43EA-9A2C-A945D7B2E5DF}" dt="2026-06-09T10:55:52.242" v="340" actId="26606"/>
          <ac:spMkLst>
            <pc:docMk/>
            <pc:sldMk cId="518916303" sldId="260"/>
            <ac:spMk id="9" creationId="{DC3B8C6B-63CA-4384-8059-2036BE520277}"/>
          </ac:spMkLst>
        </pc:spChg>
        <pc:spChg chg="add del">
          <ac:chgData name="Mausham Kumari" userId="1e1b9c8214e376ee" providerId="LiveId" clId="{5BE44BC2-7436-43EA-9A2C-A945D7B2E5DF}" dt="2026-06-09T10:55:52.242" v="340" actId="26606"/>
          <ac:spMkLst>
            <pc:docMk/>
            <pc:sldMk cId="518916303" sldId="260"/>
            <ac:spMk id="11" creationId="{C71B03AA-C0EB-4104-84F8-E1AB8BFBEF60}"/>
          </ac:spMkLst>
        </pc:spChg>
        <pc:spChg chg="add del">
          <ac:chgData name="Mausham Kumari" userId="1e1b9c8214e376ee" providerId="LiveId" clId="{5BE44BC2-7436-43EA-9A2C-A945D7B2E5DF}" dt="2026-06-09T10:55:52.220" v="339" actId="26606"/>
          <ac:spMkLst>
            <pc:docMk/>
            <pc:sldMk cId="518916303" sldId="260"/>
            <ac:spMk id="20" creationId="{D77CF7D5-36A3-4ED3-AE46-77E42D2AA7FD}"/>
          </ac:spMkLst>
        </pc:spChg>
        <pc:spChg chg="add">
          <ac:chgData name="Mausham Kumari" userId="1e1b9c8214e376ee" providerId="LiveId" clId="{5BE44BC2-7436-43EA-9A2C-A945D7B2E5DF}" dt="2026-06-09T10:55:52.242" v="340" actId="26606"/>
          <ac:spMkLst>
            <pc:docMk/>
            <pc:sldMk cId="518916303" sldId="260"/>
            <ac:spMk id="23" creationId="{DC3B8C6B-63CA-4384-8059-2036BE520277}"/>
          </ac:spMkLst>
        </pc:spChg>
        <pc:spChg chg="add">
          <ac:chgData name="Mausham Kumari" userId="1e1b9c8214e376ee" providerId="LiveId" clId="{5BE44BC2-7436-43EA-9A2C-A945D7B2E5DF}" dt="2026-06-09T10:55:52.242" v="340" actId="26606"/>
          <ac:spMkLst>
            <pc:docMk/>
            <pc:sldMk cId="518916303" sldId="260"/>
            <ac:spMk id="24" creationId="{C71B03AA-C0EB-4104-84F8-E1AB8BFBEF60}"/>
          </ac:spMkLst>
        </pc:spChg>
        <pc:picChg chg="add mod">
          <ac:chgData name="Mausham Kumari" userId="1e1b9c8214e376ee" providerId="LiveId" clId="{5BE44BC2-7436-43EA-9A2C-A945D7B2E5DF}" dt="2026-06-09T10:55:52.242" v="340" actId="26606"/>
          <ac:picMkLst>
            <pc:docMk/>
            <pc:sldMk cId="518916303" sldId="260"/>
            <ac:picMk id="5" creationId="{63E1632A-6A95-84CF-A1AE-B71421D700B5}"/>
          </ac:picMkLst>
        </pc:picChg>
        <pc:picChg chg="add del">
          <ac:chgData name="Mausham Kumari" userId="1e1b9c8214e376ee" providerId="LiveId" clId="{5BE44BC2-7436-43EA-9A2C-A945D7B2E5DF}" dt="2026-06-09T10:55:52.242" v="340" actId="26606"/>
          <ac:picMkLst>
            <pc:docMk/>
            <pc:sldMk cId="518916303" sldId="260"/>
            <ac:picMk id="13" creationId="{09C2B723-6C2F-49DE-A429-50BDFD1ADB45}"/>
          </ac:picMkLst>
        </pc:picChg>
        <pc:picChg chg="add del">
          <ac:chgData name="Mausham Kumari" userId="1e1b9c8214e376ee" providerId="LiveId" clId="{5BE44BC2-7436-43EA-9A2C-A945D7B2E5DF}" dt="2026-06-09T10:55:52.220" v="339" actId="26606"/>
          <ac:picMkLst>
            <pc:docMk/>
            <pc:sldMk cId="518916303" sldId="260"/>
            <ac:picMk id="18" creationId="{21CB8282-44AF-40D0-A7E2-03734788DC49}"/>
          </ac:picMkLst>
        </pc:picChg>
        <pc:picChg chg="add">
          <ac:chgData name="Mausham Kumari" userId="1e1b9c8214e376ee" providerId="LiveId" clId="{5BE44BC2-7436-43EA-9A2C-A945D7B2E5DF}" dt="2026-06-09T10:55:52.242" v="340" actId="26606"/>
          <ac:picMkLst>
            <pc:docMk/>
            <pc:sldMk cId="518916303" sldId="260"/>
            <ac:picMk id="22" creationId="{09C2B723-6C2F-49DE-A429-50BDFD1ADB45}"/>
          </ac:picMkLst>
        </pc:picChg>
      </pc:sldChg>
      <pc:sldChg chg="new del">
        <pc:chgData name="Mausham Kumari" userId="1e1b9c8214e376ee" providerId="LiveId" clId="{5BE44BC2-7436-43EA-9A2C-A945D7B2E5DF}" dt="2026-06-09T10:03:15.671" v="61" actId="2696"/>
        <pc:sldMkLst>
          <pc:docMk/>
          <pc:sldMk cId="1500815540" sldId="260"/>
        </pc:sldMkLst>
      </pc:sldChg>
      <pc:sldChg chg="new del">
        <pc:chgData name="Mausham Kumari" userId="1e1b9c8214e376ee" providerId="LiveId" clId="{5BE44BC2-7436-43EA-9A2C-A945D7B2E5DF}" dt="2026-06-09T10:03:18.576" v="62" actId="2696"/>
        <pc:sldMkLst>
          <pc:docMk/>
          <pc:sldMk cId="2527863161" sldId="261"/>
        </pc:sldMkLst>
      </pc:sldChg>
      <pc:sldChg chg="addSp modSp new mod setBg">
        <pc:chgData name="Mausham Kumari" userId="1e1b9c8214e376ee" providerId="LiveId" clId="{5BE44BC2-7436-43EA-9A2C-A945D7B2E5DF}" dt="2026-06-09T10:54:23.553" v="329" actId="27636"/>
        <pc:sldMkLst>
          <pc:docMk/>
          <pc:sldMk cId="3046387397" sldId="261"/>
        </pc:sldMkLst>
        <pc:spChg chg="add mod">
          <ac:chgData name="Mausham Kumari" userId="1e1b9c8214e376ee" providerId="LiveId" clId="{5BE44BC2-7436-43EA-9A2C-A945D7B2E5DF}" dt="2026-06-09T10:54:23.553" v="329" actId="27636"/>
          <ac:spMkLst>
            <pc:docMk/>
            <pc:sldMk cId="3046387397" sldId="261"/>
            <ac:spMk id="3" creationId="{FC4968C3-CBCD-2480-ED23-5FF1F9A15F0A}"/>
          </ac:spMkLst>
        </pc:spChg>
        <pc:spChg chg="add">
          <ac:chgData name="Mausham Kumari" userId="1e1b9c8214e376ee" providerId="LiveId" clId="{5BE44BC2-7436-43EA-9A2C-A945D7B2E5DF}" dt="2026-06-09T10:53:21.303" v="320" actId="26606"/>
          <ac:spMkLst>
            <pc:docMk/>
            <pc:sldMk cId="3046387397" sldId="261"/>
            <ac:spMk id="13" creationId="{C08B58CE-A486-4D86-A04C-CEBEC0C6EB27}"/>
          </ac:spMkLst>
        </pc:spChg>
        <pc:picChg chg="add">
          <ac:chgData name="Mausham Kumari" userId="1e1b9c8214e376ee" providerId="LiveId" clId="{5BE44BC2-7436-43EA-9A2C-A945D7B2E5DF}" dt="2026-06-09T10:53:21.303" v="320" actId="26606"/>
          <ac:picMkLst>
            <pc:docMk/>
            <pc:sldMk cId="3046387397" sldId="261"/>
            <ac:picMk id="5" creationId="{294A1C72-27CA-B738-30D0-24C1B1167B9A}"/>
          </ac:picMkLst>
        </pc:picChg>
        <pc:picChg chg="add">
          <ac:chgData name="Mausham Kumari" userId="1e1b9c8214e376ee" providerId="LiveId" clId="{5BE44BC2-7436-43EA-9A2C-A945D7B2E5DF}" dt="2026-06-09T10:53:21.303" v="320" actId="26606"/>
          <ac:picMkLst>
            <pc:docMk/>
            <pc:sldMk cId="3046387397" sldId="261"/>
            <ac:picMk id="9" creationId="{22790EC5-ACA7-4536-8066-B60199F3C6DF}"/>
          </ac:picMkLst>
        </pc:picChg>
        <pc:picChg chg="add">
          <ac:chgData name="Mausham Kumari" userId="1e1b9c8214e376ee" providerId="LiveId" clId="{5BE44BC2-7436-43EA-9A2C-A945D7B2E5DF}" dt="2026-06-09T10:53:21.303" v="320" actId="26606"/>
          <ac:picMkLst>
            <pc:docMk/>
            <pc:sldMk cId="3046387397" sldId="261"/>
            <ac:picMk id="11" creationId="{5F86BEAF-FD24-4827-AD37-6785EBC9C2A8}"/>
          </ac:picMkLst>
        </pc:picChg>
        <pc:picChg chg="add">
          <ac:chgData name="Mausham Kumari" userId="1e1b9c8214e376ee" providerId="LiveId" clId="{5BE44BC2-7436-43EA-9A2C-A945D7B2E5DF}" dt="2026-06-09T10:53:21.303" v="320" actId="26606"/>
          <ac:picMkLst>
            <pc:docMk/>
            <pc:sldMk cId="3046387397" sldId="261"/>
            <ac:picMk id="15" creationId="{7EF397AE-0609-4FFB-A98F-ECD05F0EF2C1}"/>
          </ac:picMkLst>
        </pc:picChg>
        <pc:picChg chg="add">
          <ac:chgData name="Mausham Kumari" userId="1e1b9c8214e376ee" providerId="LiveId" clId="{5BE44BC2-7436-43EA-9A2C-A945D7B2E5DF}" dt="2026-06-09T10:53:21.303" v="320" actId="26606"/>
          <ac:picMkLst>
            <pc:docMk/>
            <pc:sldMk cId="3046387397" sldId="261"/>
            <ac:picMk id="17" creationId="{FF0509A6-53B5-44A9-B59C-1D9C4DD3C2A3}"/>
          </ac:picMkLst>
        </pc:picChg>
      </pc:sldChg>
      <pc:sldChg chg="addSp delSp modSp new del mod setBg setClrOvrMap">
        <pc:chgData name="Mausham Kumari" userId="1e1b9c8214e376ee" providerId="LiveId" clId="{5BE44BC2-7436-43EA-9A2C-A945D7B2E5DF}" dt="2026-06-09T10:34:32.822" v="189" actId="2696"/>
        <pc:sldMkLst>
          <pc:docMk/>
          <pc:sldMk cId="18260329" sldId="262"/>
        </pc:sldMkLst>
        <pc:spChg chg="add del">
          <ac:chgData name="Mausham Kumari" userId="1e1b9c8214e376ee" providerId="LiveId" clId="{5BE44BC2-7436-43EA-9A2C-A945D7B2E5DF}" dt="2026-06-09T10:33:44.772" v="175" actId="26606"/>
          <ac:spMkLst>
            <pc:docMk/>
            <pc:sldMk cId="18260329" sldId="262"/>
            <ac:spMk id="8" creationId="{40C1BC1E-153D-4DA3-87A4-314B61BC498D}"/>
          </ac:spMkLst>
        </pc:spChg>
        <pc:spChg chg="add del">
          <ac:chgData name="Mausham Kumari" userId="1e1b9c8214e376ee" providerId="LiveId" clId="{5BE44BC2-7436-43EA-9A2C-A945D7B2E5DF}" dt="2026-06-09T10:33:44.772" v="175" actId="26606"/>
          <ac:spMkLst>
            <pc:docMk/>
            <pc:sldMk cId="18260329" sldId="262"/>
            <ac:spMk id="10" creationId="{FB5A56C3-A6D4-4D92-8AE6-10218C0764F5}"/>
          </ac:spMkLst>
        </pc:spChg>
        <pc:spChg chg="add del">
          <ac:chgData name="Mausham Kumari" userId="1e1b9c8214e376ee" providerId="LiveId" clId="{5BE44BC2-7436-43EA-9A2C-A945D7B2E5DF}" dt="2026-06-09T10:34:19.046" v="187" actId="26606"/>
          <ac:spMkLst>
            <pc:docMk/>
            <pc:sldMk cId="18260329" sldId="262"/>
            <ac:spMk id="13" creationId="{5BECDBB2-914C-44DE-B171-6F7946196F54}"/>
          </ac:spMkLst>
        </pc:spChg>
        <pc:spChg chg="add del">
          <ac:chgData name="Mausham Kumari" userId="1e1b9c8214e376ee" providerId="LiveId" clId="{5BE44BC2-7436-43EA-9A2C-A945D7B2E5DF}" dt="2026-06-09T10:34:19.046" v="186" actId="26606"/>
          <ac:spMkLst>
            <pc:docMk/>
            <pc:sldMk cId="18260329" sldId="262"/>
            <ac:spMk id="16" creationId="{5BECDBB2-914C-44DE-B171-6F7946196F54}"/>
          </ac:spMkLst>
        </pc:spChg>
        <pc:spChg chg="add del">
          <ac:chgData name="Mausham Kumari" userId="1e1b9c8214e376ee" providerId="LiveId" clId="{5BE44BC2-7436-43EA-9A2C-A945D7B2E5DF}" dt="2026-06-09T10:33:53.217" v="178" actId="26606"/>
          <ac:spMkLst>
            <pc:docMk/>
            <pc:sldMk cId="18260329" sldId="262"/>
            <ac:spMk id="19" creationId="{5BECDBB2-914C-44DE-B171-6F7946196F54}"/>
          </ac:spMkLst>
        </pc:spChg>
        <pc:spChg chg="add">
          <ac:chgData name="Mausham Kumari" userId="1e1b9c8214e376ee" providerId="LiveId" clId="{5BE44BC2-7436-43EA-9A2C-A945D7B2E5DF}" dt="2026-06-09T10:34:19.046" v="187" actId="26606"/>
          <ac:spMkLst>
            <pc:docMk/>
            <pc:sldMk cId="18260329" sldId="262"/>
            <ac:spMk id="20" creationId="{8E754E6A-968A-45B6-8171-358D0D3B3D75}"/>
          </ac:spMkLst>
        </pc:spChg>
        <pc:spChg chg="add">
          <ac:chgData name="Mausham Kumari" userId="1e1b9c8214e376ee" providerId="LiveId" clId="{5BE44BC2-7436-43EA-9A2C-A945D7B2E5DF}" dt="2026-06-09T10:34:19.046" v="187" actId="26606"/>
          <ac:spMkLst>
            <pc:docMk/>
            <pc:sldMk cId="18260329" sldId="262"/>
            <ac:spMk id="22" creationId="{8F7811FF-CEC1-485C-B47A-770850A00B41}"/>
          </ac:spMkLst>
        </pc:spChg>
        <pc:spChg chg="add del">
          <ac:chgData name="Mausham Kumari" userId="1e1b9c8214e376ee" providerId="LiveId" clId="{5BE44BC2-7436-43EA-9A2C-A945D7B2E5DF}" dt="2026-06-09T10:34:06.615" v="180" actId="26606"/>
          <ac:spMkLst>
            <pc:docMk/>
            <pc:sldMk cId="18260329" sldId="262"/>
            <ac:spMk id="25" creationId="{8E754E6A-968A-45B6-8171-358D0D3B3D75}"/>
          </ac:spMkLst>
        </pc:spChg>
        <pc:spChg chg="add del">
          <ac:chgData name="Mausham Kumari" userId="1e1b9c8214e376ee" providerId="LiveId" clId="{5BE44BC2-7436-43EA-9A2C-A945D7B2E5DF}" dt="2026-06-09T10:34:06.615" v="180" actId="26606"/>
          <ac:spMkLst>
            <pc:docMk/>
            <pc:sldMk cId="18260329" sldId="262"/>
            <ac:spMk id="26" creationId="{8F7811FF-CEC1-485C-B47A-770850A00B41}"/>
          </ac:spMkLst>
        </pc:spChg>
        <pc:spChg chg="add del">
          <ac:chgData name="Mausham Kumari" userId="1e1b9c8214e376ee" providerId="LiveId" clId="{5BE44BC2-7436-43EA-9A2C-A945D7B2E5DF}" dt="2026-06-09T10:34:12.636" v="182" actId="26606"/>
          <ac:spMkLst>
            <pc:docMk/>
            <pc:sldMk cId="18260329" sldId="262"/>
            <ac:spMk id="28" creationId="{57E607C4-A0A1-44FA-981D-EA3B81396361}"/>
          </ac:spMkLst>
        </pc:spChg>
        <pc:picChg chg="add del mod">
          <ac:chgData name="Mausham Kumari" userId="1e1b9c8214e376ee" providerId="LiveId" clId="{5BE44BC2-7436-43EA-9A2C-A945D7B2E5DF}" dt="2026-06-09T10:34:26.736" v="188" actId="478"/>
          <ac:picMkLst>
            <pc:docMk/>
            <pc:sldMk cId="18260329" sldId="262"/>
            <ac:picMk id="3" creationId="{D2EF7AD2-242A-9BA0-992D-C2D11FA2FB0F}"/>
          </ac:picMkLst>
        </pc:picChg>
        <pc:picChg chg="add del">
          <ac:chgData name="Mausham Kumari" userId="1e1b9c8214e376ee" providerId="LiveId" clId="{5BE44BC2-7436-43EA-9A2C-A945D7B2E5DF}" dt="2026-06-09T10:34:19.046" v="187" actId="26606"/>
          <ac:picMkLst>
            <pc:docMk/>
            <pc:sldMk cId="18260329" sldId="262"/>
            <ac:picMk id="12" creationId="{5D09915C-7FC3-45EF-BDD0-6393ACE446E7}"/>
          </ac:picMkLst>
        </pc:picChg>
        <pc:picChg chg="add del">
          <ac:chgData name="Mausham Kumari" userId="1e1b9c8214e376ee" providerId="LiveId" clId="{5BE44BC2-7436-43EA-9A2C-A945D7B2E5DF}" dt="2026-06-09T10:34:19.046" v="187" actId="26606"/>
          <ac:picMkLst>
            <pc:docMk/>
            <pc:sldMk cId="18260329" sldId="262"/>
            <ac:picMk id="14" creationId="{1D5C6008-3DE6-42B7-AED2-68544F325BC6}"/>
          </ac:picMkLst>
        </pc:picChg>
        <pc:picChg chg="add del">
          <ac:chgData name="Mausham Kumari" userId="1e1b9c8214e376ee" providerId="LiveId" clId="{5BE44BC2-7436-43EA-9A2C-A945D7B2E5DF}" dt="2026-06-09T10:34:19.046" v="186" actId="26606"/>
          <ac:picMkLst>
            <pc:docMk/>
            <pc:sldMk cId="18260329" sldId="262"/>
            <ac:picMk id="17" creationId="{1D5C6008-3DE6-42B7-AED2-68544F325BC6}"/>
          </ac:picMkLst>
        </pc:picChg>
        <pc:picChg chg="add del">
          <ac:chgData name="Mausham Kumari" userId="1e1b9c8214e376ee" providerId="LiveId" clId="{5BE44BC2-7436-43EA-9A2C-A945D7B2E5DF}" dt="2026-06-09T10:34:19.046" v="186" actId="26606"/>
          <ac:picMkLst>
            <pc:docMk/>
            <pc:sldMk cId="18260329" sldId="262"/>
            <ac:picMk id="18" creationId="{5D09915C-7FC3-45EF-BDD0-6393ACE446E7}"/>
          </ac:picMkLst>
        </pc:picChg>
        <pc:picChg chg="add del">
          <ac:chgData name="Mausham Kumari" userId="1e1b9c8214e376ee" providerId="LiveId" clId="{5BE44BC2-7436-43EA-9A2C-A945D7B2E5DF}" dt="2026-06-09T10:33:53.217" v="178" actId="26606"/>
          <ac:picMkLst>
            <pc:docMk/>
            <pc:sldMk cId="18260329" sldId="262"/>
            <ac:picMk id="21" creationId="{1D5C6008-3DE6-42B7-AED2-68544F325BC6}"/>
          </ac:picMkLst>
        </pc:picChg>
        <pc:picChg chg="add del">
          <ac:chgData name="Mausham Kumari" userId="1e1b9c8214e376ee" providerId="LiveId" clId="{5BE44BC2-7436-43EA-9A2C-A945D7B2E5DF}" dt="2026-06-09T10:33:53.217" v="178" actId="26606"/>
          <ac:picMkLst>
            <pc:docMk/>
            <pc:sldMk cId="18260329" sldId="262"/>
            <ac:picMk id="23" creationId="{5D09915C-7FC3-45EF-BDD0-6393ACE446E7}"/>
          </ac:picMkLst>
        </pc:picChg>
        <pc:picChg chg="add del">
          <ac:chgData name="Mausham Kumari" userId="1e1b9c8214e376ee" providerId="LiveId" clId="{5BE44BC2-7436-43EA-9A2C-A945D7B2E5DF}" dt="2026-06-09T10:34:12.636" v="182" actId="26606"/>
          <ac:picMkLst>
            <pc:docMk/>
            <pc:sldMk cId="18260329" sldId="262"/>
            <ac:picMk id="29" creationId="{08D97526-B9D9-4257-B6A9-9D7988974929}"/>
          </ac:picMkLst>
        </pc:picChg>
      </pc:sldChg>
      <pc:sldChg chg="addSp modSp new mod">
        <pc:chgData name="Mausham Kumari" userId="1e1b9c8214e376ee" providerId="LiveId" clId="{5BE44BC2-7436-43EA-9A2C-A945D7B2E5DF}" dt="2026-06-09T10:35:03.589" v="193" actId="14100"/>
        <pc:sldMkLst>
          <pc:docMk/>
          <pc:sldMk cId="2591293707" sldId="262"/>
        </pc:sldMkLst>
        <pc:picChg chg="add mod">
          <ac:chgData name="Mausham Kumari" userId="1e1b9c8214e376ee" providerId="LiveId" clId="{5BE44BC2-7436-43EA-9A2C-A945D7B2E5DF}" dt="2026-06-09T10:35:03.589" v="193" actId="14100"/>
          <ac:picMkLst>
            <pc:docMk/>
            <pc:sldMk cId="2591293707" sldId="262"/>
            <ac:picMk id="3" creationId="{0DE64294-93DB-5B03-8504-F722867C0EA7}"/>
          </ac:picMkLst>
        </pc:picChg>
      </pc:sldChg>
      <pc:sldChg chg="modSp new del mod">
        <pc:chgData name="Mausham Kumari" userId="1e1b9c8214e376ee" providerId="LiveId" clId="{5BE44BC2-7436-43EA-9A2C-A945D7B2E5DF}" dt="2026-06-09T10:02:58.079" v="58" actId="2696"/>
        <pc:sldMkLst>
          <pc:docMk/>
          <pc:sldMk cId="4115529304" sldId="262"/>
        </pc:sldMkLst>
        <pc:spChg chg="mod">
          <ac:chgData name="Mausham Kumari" userId="1e1b9c8214e376ee" providerId="LiveId" clId="{5BE44BC2-7436-43EA-9A2C-A945D7B2E5DF}" dt="2026-06-09T10:02:54.625" v="57" actId="20577"/>
          <ac:spMkLst>
            <pc:docMk/>
            <pc:sldMk cId="4115529304" sldId="262"/>
            <ac:spMk id="2" creationId="{E4F03AE5-B722-E71D-C0EE-1DBB9A720BFB}"/>
          </ac:spMkLst>
        </pc:spChg>
      </pc:sldChg>
      <pc:sldChg chg="addSp delSp modSp new mod setBg setClrOvrMap">
        <pc:chgData name="Mausham Kumari" userId="1e1b9c8214e376ee" providerId="LiveId" clId="{5BE44BC2-7436-43EA-9A2C-A945D7B2E5DF}" dt="2026-06-09T10:42:28.784" v="217" actId="14100"/>
        <pc:sldMkLst>
          <pc:docMk/>
          <pc:sldMk cId="2276363318" sldId="263"/>
        </pc:sldMkLst>
        <pc:spChg chg="add del">
          <ac:chgData name="Mausham Kumari" userId="1e1b9c8214e376ee" providerId="LiveId" clId="{5BE44BC2-7436-43EA-9A2C-A945D7B2E5DF}" dt="2026-06-09T10:42:13.139" v="211" actId="26606"/>
          <ac:spMkLst>
            <pc:docMk/>
            <pc:sldMk cId="2276363318" sldId="263"/>
            <ac:spMk id="11" creationId="{DDDE267B-E820-4910-868D-BA40CFB936D7}"/>
          </ac:spMkLst>
        </pc:spChg>
        <pc:spChg chg="add del">
          <ac:chgData name="Mausham Kumari" userId="1e1b9c8214e376ee" providerId="LiveId" clId="{5BE44BC2-7436-43EA-9A2C-A945D7B2E5DF}" dt="2026-06-09T10:42:19.531" v="215" actId="26606"/>
          <ac:spMkLst>
            <pc:docMk/>
            <pc:sldMk cId="2276363318" sldId="263"/>
            <ac:spMk id="13" creationId="{40C1BC1E-153D-4DA3-87A4-314B61BC498D}"/>
          </ac:spMkLst>
        </pc:spChg>
        <pc:spChg chg="add del">
          <ac:chgData name="Mausham Kumari" userId="1e1b9c8214e376ee" providerId="LiveId" clId="{5BE44BC2-7436-43EA-9A2C-A945D7B2E5DF}" dt="2026-06-09T10:42:07.219" v="207" actId="26606"/>
          <ac:spMkLst>
            <pc:docMk/>
            <pc:sldMk cId="2276363318" sldId="263"/>
            <ac:spMk id="14" creationId="{DDDE267B-E820-4910-868D-BA40CFB936D7}"/>
          </ac:spMkLst>
        </pc:spChg>
        <pc:spChg chg="add del">
          <ac:chgData name="Mausham Kumari" userId="1e1b9c8214e376ee" providerId="LiveId" clId="{5BE44BC2-7436-43EA-9A2C-A945D7B2E5DF}" dt="2026-06-09T10:42:19.531" v="215" actId="26606"/>
          <ac:spMkLst>
            <pc:docMk/>
            <pc:sldMk cId="2276363318" sldId="263"/>
            <ac:spMk id="15" creationId="{FB5A56C3-A6D4-4D92-8AE6-10218C0764F5}"/>
          </ac:spMkLst>
        </pc:spChg>
        <pc:spChg chg="add">
          <ac:chgData name="Mausham Kumari" userId="1e1b9c8214e376ee" providerId="LiveId" clId="{5BE44BC2-7436-43EA-9A2C-A945D7B2E5DF}" dt="2026-06-09T10:42:19.562" v="216" actId="26606"/>
          <ac:spMkLst>
            <pc:docMk/>
            <pc:sldMk cId="2276363318" sldId="263"/>
            <ac:spMk id="17" creationId="{57E607C4-A0A1-44FA-981D-EA3B81396361}"/>
          </ac:spMkLst>
        </pc:spChg>
        <pc:picChg chg="add del mod">
          <ac:chgData name="Mausham Kumari" userId="1e1b9c8214e376ee" providerId="LiveId" clId="{5BE44BC2-7436-43EA-9A2C-A945D7B2E5DF}" dt="2026-06-09T10:39:30.561" v="196" actId="478"/>
          <ac:picMkLst>
            <pc:docMk/>
            <pc:sldMk cId="2276363318" sldId="263"/>
            <ac:picMk id="3" creationId="{53A7BD71-D94B-73D7-4B68-70DA804ACFC2}"/>
          </ac:picMkLst>
        </pc:picChg>
        <pc:picChg chg="add del mod">
          <ac:chgData name="Mausham Kumari" userId="1e1b9c8214e376ee" providerId="LiveId" clId="{5BE44BC2-7436-43EA-9A2C-A945D7B2E5DF}" dt="2026-06-09T10:39:50.237" v="198" actId="478"/>
          <ac:picMkLst>
            <pc:docMk/>
            <pc:sldMk cId="2276363318" sldId="263"/>
            <ac:picMk id="5" creationId="{3F0DBE5B-260D-66B1-24A1-DD86325558A0}"/>
          </ac:picMkLst>
        </pc:picChg>
        <pc:picChg chg="add del mod">
          <ac:chgData name="Mausham Kumari" userId="1e1b9c8214e376ee" providerId="LiveId" clId="{5BE44BC2-7436-43EA-9A2C-A945D7B2E5DF}" dt="2026-06-09T10:40:01.731" v="200" actId="478"/>
          <ac:picMkLst>
            <pc:docMk/>
            <pc:sldMk cId="2276363318" sldId="263"/>
            <ac:picMk id="7" creationId="{853EDDBA-0912-5CFA-1F2D-B87A05AC0049}"/>
          </ac:picMkLst>
        </pc:picChg>
        <pc:picChg chg="add mod modCrop">
          <ac:chgData name="Mausham Kumari" userId="1e1b9c8214e376ee" providerId="LiveId" clId="{5BE44BC2-7436-43EA-9A2C-A945D7B2E5DF}" dt="2026-06-09T10:42:28.784" v="217" actId="14100"/>
          <ac:picMkLst>
            <pc:docMk/>
            <pc:sldMk cId="2276363318" sldId="263"/>
            <ac:picMk id="9" creationId="{AA1C6957-4964-5039-3C3F-562D2A9AF98D}"/>
          </ac:picMkLst>
        </pc:picChg>
        <pc:picChg chg="add del">
          <ac:chgData name="Mausham Kumari" userId="1e1b9c8214e376ee" providerId="LiveId" clId="{5BE44BC2-7436-43EA-9A2C-A945D7B2E5DF}" dt="2026-06-09T10:42:13.139" v="211" actId="26606"/>
          <ac:picMkLst>
            <pc:docMk/>
            <pc:sldMk cId="2276363318" sldId="263"/>
            <ac:picMk id="12" creationId="{FF3E25D7-C2F8-445D-AA42-C1163028DA68}"/>
          </ac:picMkLst>
        </pc:picChg>
        <pc:picChg chg="add del">
          <ac:chgData name="Mausham Kumari" userId="1e1b9c8214e376ee" providerId="LiveId" clId="{5BE44BC2-7436-43EA-9A2C-A945D7B2E5DF}" dt="2026-06-09T10:42:07.219" v="207" actId="26606"/>
          <ac:picMkLst>
            <pc:docMk/>
            <pc:sldMk cId="2276363318" sldId="263"/>
            <ac:picMk id="16" creationId="{FF3E25D7-C2F8-445D-AA42-C1163028DA68}"/>
          </ac:picMkLst>
        </pc:picChg>
        <pc:picChg chg="add">
          <ac:chgData name="Mausham Kumari" userId="1e1b9c8214e376ee" providerId="LiveId" clId="{5BE44BC2-7436-43EA-9A2C-A945D7B2E5DF}" dt="2026-06-09T10:42:19.562" v="216" actId="26606"/>
          <ac:picMkLst>
            <pc:docMk/>
            <pc:sldMk cId="2276363318" sldId="263"/>
            <ac:picMk id="18" creationId="{08D97526-B9D9-4257-B6A9-9D7988974929}"/>
          </ac:picMkLst>
        </pc:picChg>
      </pc:sldChg>
      <pc:sldChg chg="addSp modSp new mod setBg">
        <pc:chgData name="Mausham Kumari" userId="1e1b9c8214e376ee" providerId="LiveId" clId="{5BE44BC2-7436-43EA-9A2C-A945D7B2E5DF}" dt="2026-06-09T10:52:20.933" v="319" actId="27636"/>
        <pc:sldMkLst>
          <pc:docMk/>
          <pc:sldMk cId="726986275" sldId="264"/>
        </pc:sldMkLst>
        <pc:spChg chg="mod">
          <ac:chgData name="Mausham Kumari" userId="1e1b9c8214e376ee" providerId="LiveId" clId="{5BE44BC2-7436-43EA-9A2C-A945D7B2E5DF}" dt="2026-06-09T10:51:40.759" v="315" actId="26606"/>
          <ac:spMkLst>
            <pc:docMk/>
            <pc:sldMk cId="726986275" sldId="264"/>
            <ac:spMk id="2" creationId="{B482EC8A-890D-5F97-C674-22C43F300988}"/>
          </ac:spMkLst>
        </pc:spChg>
        <pc:spChg chg="mod">
          <ac:chgData name="Mausham Kumari" userId="1e1b9c8214e376ee" providerId="LiveId" clId="{5BE44BC2-7436-43EA-9A2C-A945D7B2E5DF}" dt="2026-06-09T10:52:20.933" v="319" actId="27636"/>
          <ac:spMkLst>
            <pc:docMk/>
            <pc:sldMk cId="726986275" sldId="264"/>
            <ac:spMk id="3" creationId="{2594F3DE-AE05-A1A8-165E-5709A55DEE0C}"/>
          </ac:spMkLst>
        </pc:spChg>
        <pc:spChg chg="add">
          <ac:chgData name="Mausham Kumari" userId="1e1b9c8214e376ee" providerId="LiveId" clId="{5BE44BC2-7436-43EA-9A2C-A945D7B2E5DF}" dt="2026-06-09T10:51:40.759" v="315" actId="26606"/>
          <ac:spMkLst>
            <pc:docMk/>
            <pc:sldMk cId="726986275" sldId="264"/>
            <ac:spMk id="9" creationId="{DC3B8C6B-63CA-4384-8059-2036BE520277}"/>
          </ac:spMkLst>
        </pc:spChg>
        <pc:spChg chg="add">
          <ac:chgData name="Mausham Kumari" userId="1e1b9c8214e376ee" providerId="LiveId" clId="{5BE44BC2-7436-43EA-9A2C-A945D7B2E5DF}" dt="2026-06-09T10:51:40.759" v="315" actId="26606"/>
          <ac:spMkLst>
            <pc:docMk/>
            <pc:sldMk cId="726986275" sldId="264"/>
            <ac:spMk id="11" creationId="{C71B03AA-C0EB-4104-84F8-E1AB8BFBEF60}"/>
          </ac:spMkLst>
        </pc:spChg>
        <pc:picChg chg="add">
          <ac:chgData name="Mausham Kumari" userId="1e1b9c8214e376ee" providerId="LiveId" clId="{5BE44BC2-7436-43EA-9A2C-A945D7B2E5DF}" dt="2026-06-09T10:51:40.759" v="315" actId="26606"/>
          <ac:picMkLst>
            <pc:docMk/>
            <pc:sldMk cId="726986275" sldId="264"/>
            <ac:picMk id="5" creationId="{DB06FDA6-3E44-CFD3-38D6-603BB869E254}"/>
          </ac:picMkLst>
        </pc:picChg>
        <pc:picChg chg="add">
          <ac:chgData name="Mausham Kumari" userId="1e1b9c8214e376ee" providerId="LiveId" clId="{5BE44BC2-7436-43EA-9A2C-A945D7B2E5DF}" dt="2026-06-09T10:51:40.759" v="315" actId="26606"/>
          <ac:picMkLst>
            <pc:docMk/>
            <pc:sldMk cId="726986275" sldId="264"/>
            <ac:picMk id="13" creationId="{09C2B723-6C2F-49DE-A429-50BDFD1ADB45}"/>
          </ac:picMkLst>
        </pc:picChg>
      </pc:sldChg>
      <pc:sldChg chg="modSp new del mod">
        <pc:chgData name="Mausham Kumari" userId="1e1b9c8214e376ee" providerId="LiveId" clId="{5BE44BC2-7436-43EA-9A2C-A945D7B2E5DF}" dt="2026-06-09T10:44:13.052" v="254" actId="2696"/>
        <pc:sldMkLst>
          <pc:docMk/>
          <pc:sldMk cId="2659640395" sldId="264"/>
        </pc:sldMkLst>
        <pc:spChg chg="mod">
          <ac:chgData name="Mausham Kumari" userId="1e1b9c8214e376ee" providerId="LiveId" clId="{5BE44BC2-7436-43EA-9A2C-A945D7B2E5DF}" dt="2026-06-09T10:44:07.087" v="253" actId="20577"/>
          <ac:spMkLst>
            <pc:docMk/>
            <pc:sldMk cId="2659640395" sldId="264"/>
            <ac:spMk id="2" creationId="{05378100-892B-22F8-9FA1-B5CF30955D6F}"/>
          </ac:spMkLst>
        </pc:spChg>
      </pc:sldChg>
      <pc:sldChg chg="addSp modSp new del mod">
        <pc:chgData name="Mausham Kumari" userId="1e1b9c8214e376ee" providerId="LiveId" clId="{5BE44BC2-7436-43EA-9A2C-A945D7B2E5DF}" dt="2026-06-09T10:46:20.078" v="275" actId="2696"/>
        <pc:sldMkLst>
          <pc:docMk/>
          <pc:sldMk cId="4236143082" sldId="264"/>
        </pc:sldMkLst>
        <pc:spChg chg="mod">
          <ac:chgData name="Mausham Kumari" userId="1e1b9c8214e376ee" providerId="LiveId" clId="{5BE44BC2-7436-43EA-9A2C-A945D7B2E5DF}" dt="2026-06-09T10:44:59.247" v="273" actId="115"/>
          <ac:spMkLst>
            <pc:docMk/>
            <pc:sldMk cId="4236143082" sldId="264"/>
            <ac:spMk id="2" creationId="{3C3ECC04-AB7F-627E-2ACD-A80C01A2B5AB}"/>
          </ac:spMkLst>
        </pc:spChg>
        <pc:spChg chg="add">
          <ac:chgData name="Mausham Kumari" userId="1e1b9c8214e376ee" providerId="LiveId" clId="{5BE44BC2-7436-43EA-9A2C-A945D7B2E5DF}" dt="2026-06-09T10:46:09.756" v="274" actId="22"/>
          <ac:spMkLst>
            <pc:docMk/>
            <pc:sldMk cId="4236143082" sldId="264"/>
            <ac:spMk id="4" creationId="{3C89EAE3-1331-042D-EEEA-C01742869638}"/>
          </ac:spMkLst>
        </pc:spChg>
      </pc:sldChg>
      <pc:sldChg chg="addSp modSp new mod setBg setClrOvrMap">
        <pc:chgData name="Mausham Kumari" userId="1e1b9c8214e376ee" providerId="LiveId" clId="{5BE44BC2-7436-43EA-9A2C-A945D7B2E5DF}" dt="2026-06-09T10:51:15.466" v="314" actId="26606"/>
        <pc:sldMkLst>
          <pc:docMk/>
          <pc:sldMk cId="3376327606" sldId="265"/>
        </pc:sldMkLst>
        <pc:spChg chg="add">
          <ac:chgData name="Mausham Kumari" userId="1e1b9c8214e376ee" providerId="LiveId" clId="{5BE44BC2-7436-43EA-9A2C-A945D7B2E5DF}" dt="2026-06-09T10:51:15.466" v="314" actId="26606"/>
          <ac:spMkLst>
            <pc:docMk/>
            <pc:sldMk cId="3376327606" sldId="265"/>
            <ac:spMk id="2055" creationId="{57E607C4-A0A1-44FA-981D-EA3B81396361}"/>
          </ac:spMkLst>
        </pc:spChg>
        <pc:picChg chg="add mod">
          <ac:chgData name="Mausham Kumari" userId="1e1b9c8214e376ee" providerId="LiveId" clId="{5BE44BC2-7436-43EA-9A2C-A945D7B2E5DF}" dt="2026-06-09T10:51:15.466" v="314" actId="26606"/>
          <ac:picMkLst>
            <pc:docMk/>
            <pc:sldMk cId="3376327606" sldId="265"/>
            <ac:picMk id="2050" creationId="{2EE20252-5924-E9CD-3F52-828F64A2C663}"/>
          </ac:picMkLst>
        </pc:picChg>
        <pc:picChg chg="add">
          <ac:chgData name="Mausham Kumari" userId="1e1b9c8214e376ee" providerId="LiveId" clId="{5BE44BC2-7436-43EA-9A2C-A945D7B2E5DF}" dt="2026-06-09T10:51:15.466" v="314" actId="26606"/>
          <ac:picMkLst>
            <pc:docMk/>
            <pc:sldMk cId="3376327606" sldId="265"/>
            <ac:picMk id="2057" creationId="{08D97526-B9D9-4257-B6A9-9D7988974929}"/>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6/9/2026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6/9/2026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6/9/2026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6/9/2026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6/9/2026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6/9/2026</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1FE9A-9D90-0346-9BEA-7B2E3A2FBEE4}"/>
              </a:ext>
            </a:extLst>
          </p:cNvPr>
          <p:cNvSpPr>
            <a:spLocks noGrp="1"/>
          </p:cNvSpPr>
          <p:nvPr>
            <p:ph type="ctrTitle"/>
          </p:nvPr>
        </p:nvSpPr>
        <p:spPr>
          <a:xfrm>
            <a:off x="2467896" y="1300786"/>
            <a:ext cx="8689977" cy="1983188"/>
          </a:xfrm>
        </p:spPr>
        <p:txBody>
          <a:bodyPr/>
          <a:lstStyle/>
          <a:p>
            <a:r>
              <a:rPr lang="en-US" b="1" dirty="0">
                <a:effectLst>
                  <a:outerShdw blurRad="38100" dist="38100" dir="2700000" algn="tl">
                    <a:srgbClr val="000000">
                      <a:alpha val="43137"/>
                    </a:srgbClr>
                  </a:outerShdw>
                </a:effectLst>
                <a:latin typeface="Algerian" panose="04020705040A02060702" pitchFamily="82" charset="0"/>
              </a:rPr>
              <a:t>Library management system</a:t>
            </a:r>
            <a:endParaRPr lang="en-IN" b="1" dirty="0">
              <a:effectLst>
                <a:outerShdw blurRad="38100" dist="38100" dir="2700000" algn="tl">
                  <a:srgbClr val="000000">
                    <a:alpha val="43137"/>
                  </a:srgbClr>
                </a:outerShdw>
              </a:effectLst>
              <a:latin typeface="Algerian" panose="04020705040A02060702" pitchFamily="82" charset="0"/>
            </a:endParaRPr>
          </a:p>
        </p:txBody>
      </p:sp>
      <p:sp>
        <p:nvSpPr>
          <p:cNvPr id="3" name="Subtitle 2">
            <a:extLst>
              <a:ext uri="{FF2B5EF4-FFF2-40B4-BE49-F238E27FC236}">
                <a16:creationId xmlns:a16="http://schemas.microsoft.com/office/drawing/2014/main" id="{7A7D5633-EED5-0850-C815-4AA28C8FAF0D}"/>
              </a:ext>
            </a:extLst>
          </p:cNvPr>
          <p:cNvSpPr>
            <a:spLocks noGrp="1"/>
          </p:cNvSpPr>
          <p:nvPr>
            <p:ph type="subTitle" idx="1"/>
          </p:nvPr>
        </p:nvSpPr>
        <p:spPr/>
        <p:txBody>
          <a:bodyPr>
            <a:normAutofit fontScale="92500" lnSpcReduction="10000"/>
          </a:bodyPr>
          <a:lstStyle/>
          <a:p>
            <a:r>
              <a:rPr lang="en-US" dirty="0">
                <a:solidFill>
                  <a:schemeClr val="accent2">
                    <a:lumMod val="75000"/>
                  </a:schemeClr>
                </a:solidFill>
                <a:latin typeface="Bahnschrift SemiBold" panose="020B0502040204020203" pitchFamily="34" charset="0"/>
              </a:rPr>
              <a:t>BY: mausham kumari</a:t>
            </a:r>
          </a:p>
          <a:p>
            <a:r>
              <a:rPr lang="en-IN" dirty="0">
                <a:solidFill>
                  <a:schemeClr val="accent2">
                    <a:lumMod val="75000"/>
                  </a:schemeClr>
                </a:solidFill>
                <a:latin typeface="Bahnschrift SemiBold" panose="020B0502040204020203" pitchFamily="34" charset="0"/>
              </a:rPr>
              <a:t>Erp:ru-25-10791</a:t>
            </a:r>
          </a:p>
          <a:p>
            <a:r>
              <a:rPr lang="en-IN" dirty="0">
                <a:solidFill>
                  <a:schemeClr val="accent2">
                    <a:lumMod val="75000"/>
                  </a:schemeClr>
                </a:solidFill>
                <a:latin typeface="Bahnschrift SemiBold" panose="020B0502040204020203" pitchFamily="34" charset="0"/>
              </a:rPr>
              <a:t>Guided by: mr.santanu kumar sasmal</a:t>
            </a:r>
          </a:p>
        </p:txBody>
      </p:sp>
    </p:spTree>
    <p:extLst>
      <p:ext uri="{BB962C8B-B14F-4D97-AF65-F5344CB8AC3E}">
        <p14:creationId xmlns:p14="http://schemas.microsoft.com/office/powerpoint/2010/main" val="4221818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CE777-4579-B540-371A-AA84E2274032}"/>
              </a:ext>
            </a:extLst>
          </p:cNvPr>
          <p:cNvSpPr>
            <a:spLocks noGrp="1"/>
          </p:cNvSpPr>
          <p:nvPr>
            <p:ph type="title"/>
          </p:nvPr>
        </p:nvSpPr>
        <p:spPr/>
        <p:txBody>
          <a:bodyPr>
            <a:normAutofit/>
          </a:bodyPr>
          <a:lstStyle/>
          <a:p>
            <a:r>
              <a:rPr lang="en-US" b="1" i="1" u="sng" dirty="0">
                <a:solidFill>
                  <a:schemeClr val="tx2">
                    <a:lumMod val="60000"/>
                    <a:lumOff val="40000"/>
                  </a:schemeClr>
                </a:solidFill>
                <a:latin typeface="Algerian" panose="04020705040A02060702" pitchFamily="82" charset="0"/>
              </a:rPr>
              <a:t>Introduction</a:t>
            </a:r>
            <a:endParaRPr lang="en-IN" b="1" i="1" u="sng" dirty="0">
              <a:solidFill>
                <a:schemeClr val="tx2">
                  <a:lumMod val="60000"/>
                  <a:lumOff val="40000"/>
                </a:schemeClr>
              </a:solidFill>
              <a:latin typeface="Algerian" panose="04020705040A02060702" pitchFamily="82" charset="0"/>
            </a:endParaRPr>
          </a:p>
        </p:txBody>
      </p:sp>
      <p:sp>
        <p:nvSpPr>
          <p:cNvPr id="3" name="Content Placeholder 2">
            <a:extLst>
              <a:ext uri="{FF2B5EF4-FFF2-40B4-BE49-F238E27FC236}">
                <a16:creationId xmlns:a16="http://schemas.microsoft.com/office/drawing/2014/main" id="{B8A06F40-4412-94AD-3277-83BD154303EC}"/>
              </a:ext>
            </a:extLst>
          </p:cNvPr>
          <p:cNvSpPr>
            <a:spLocks noGrp="1"/>
          </p:cNvSpPr>
          <p:nvPr>
            <p:ph sz="quarter" idx="13"/>
          </p:nvPr>
        </p:nvSpPr>
        <p:spPr/>
        <p:txBody>
          <a:bodyPr/>
          <a:lstStyle/>
          <a:p>
            <a:r>
              <a:rPr lang="en-IN" dirty="0">
                <a:solidFill>
                  <a:srgbClr val="00B050"/>
                </a:solidFill>
                <a:latin typeface="Bell MT" panose="02020503060305020303" pitchFamily="18" charset="0"/>
              </a:rPr>
              <a:t>The </a:t>
            </a:r>
            <a:r>
              <a:rPr lang="en-IN" b="1" dirty="0">
                <a:solidFill>
                  <a:srgbClr val="00B050"/>
                </a:solidFill>
                <a:latin typeface="Bell MT" panose="02020503060305020303" pitchFamily="18" charset="0"/>
              </a:rPr>
              <a:t>Library Management System</a:t>
            </a:r>
            <a:r>
              <a:rPr lang="en-IN" dirty="0">
                <a:solidFill>
                  <a:srgbClr val="00B050"/>
                </a:solidFill>
                <a:latin typeface="Bell MT" panose="02020503060305020303" pitchFamily="18" charset="0"/>
              </a:rPr>
              <a:t> is a software project designed to manage and organize library operations efficiently. It enables users to add, search, issue, and return books while maintaining records of members and transactions. The system reduces manual work, improves accuracy, and saves time by automating daily library activities. It provides an easy-to-use interface and helps librarians manage resources effectively, making library operations faster and more organized.</a:t>
            </a:r>
          </a:p>
        </p:txBody>
      </p:sp>
    </p:spTree>
    <p:extLst>
      <p:ext uri="{BB962C8B-B14F-4D97-AF65-F5344CB8AC3E}">
        <p14:creationId xmlns:p14="http://schemas.microsoft.com/office/powerpoint/2010/main" val="513191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DDE267B-E820-4910-868D-BA40CFB936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6800" y="-9523"/>
            <a:ext cx="10058400" cy="6867522"/>
          </a:xfrm>
          <a:custGeom>
            <a:avLst/>
            <a:gdLst>
              <a:gd name="connsiteX0" fmla="*/ 1263465 w 10058400"/>
              <a:gd name="connsiteY0" fmla="*/ 0 h 6867522"/>
              <a:gd name="connsiteX1" fmla="*/ 8794935 w 10058400"/>
              <a:gd name="connsiteY1" fmla="*/ 0 h 6867522"/>
              <a:gd name="connsiteX2" fmla="*/ 8909975 w 10058400"/>
              <a:gd name="connsiteY2" fmla="*/ 132807 h 6867522"/>
              <a:gd name="connsiteX3" fmla="*/ 10058400 w 10058400"/>
              <a:gd name="connsiteY3" fmla="*/ 3331845 h 6867522"/>
              <a:gd name="connsiteX4" fmla="*/ 8751905 w 10058400"/>
              <a:gd name="connsiteY4" fmla="*/ 6713366 h 6867522"/>
              <a:gd name="connsiteX5" fmla="*/ 8604930 w 10058400"/>
              <a:gd name="connsiteY5" fmla="*/ 6867522 h 6867522"/>
              <a:gd name="connsiteX6" fmla="*/ 1453470 w 10058400"/>
              <a:gd name="connsiteY6" fmla="*/ 6867522 h 6867522"/>
              <a:gd name="connsiteX7" fmla="*/ 1306495 w 10058400"/>
              <a:gd name="connsiteY7" fmla="*/ 6713366 h 6867522"/>
              <a:gd name="connsiteX8" fmla="*/ 0 w 10058400"/>
              <a:gd name="connsiteY8" fmla="*/ 3331845 h 6867522"/>
              <a:gd name="connsiteX9" fmla="*/ 1148425 w 10058400"/>
              <a:gd name="connsiteY9" fmla="*/ 132807 h 686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58400" h="6867522">
                <a:moveTo>
                  <a:pt x="1263465" y="0"/>
                </a:moveTo>
                <a:lnTo>
                  <a:pt x="8794935" y="0"/>
                </a:lnTo>
                <a:lnTo>
                  <a:pt x="8909975" y="132807"/>
                </a:lnTo>
                <a:cubicBezTo>
                  <a:pt x="9627420" y="1002149"/>
                  <a:pt x="10058400" y="2116667"/>
                  <a:pt x="10058400" y="3331845"/>
                </a:cubicBezTo>
                <a:cubicBezTo>
                  <a:pt x="10058400" y="4633822"/>
                  <a:pt x="9563653" y="5820244"/>
                  <a:pt x="8751905" y="6713366"/>
                </a:cubicBezTo>
                <a:lnTo>
                  <a:pt x="8604930" y="6867522"/>
                </a:lnTo>
                <a:lnTo>
                  <a:pt x="1453470" y="6867522"/>
                </a:lnTo>
                <a:lnTo>
                  <a:pt x="1306495" y="6713366"/>
                </a:lnTo>
                <a:cubicBezTo>
                  <a:pt x="494747" y="5820244"/>
                  <a:pt x="0" y="4633822"/>
                  <a:pt x="0" y="3331845"/>
                </a:cubicBezTo>
                <a:cubicBezTo>
                  <a:pt x="0" y="2116667"/>
                  <a:pt x="430980" y="1002149"/>
                  <a:pt x="1148425" y="132807"/>
                </a:cubicBezTo>
                <a:close/>
              </a:path>
            </a:pathLst>
          </a:custGeom>
          <a:solidFill>
            <a:srgbClr val="FFFFFF"/>
          </a:solidFill>
          <a:ln>
            <a:noFill/>
          </a:ln>
          <a:scene3d>
            <a:camera prst="orthographicFront"/>
            <a:lightRig rig="threePt" dir="t">
              <a:rot lat="0" lon="0" rev="2700000"/>
            </a:lightRig>
          </a:scene3d>
          <a:sp3d contourW="6350">
            <a:bevelT h="38100"/>
            <a:contourClr>
              <a:srgbClr val="C0C0C0"/>
            </a:contourClr>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0" name="Picture 9">
            <a:extLst>
              <a:ext uri="{FF2B5EF4-FFF2-40B4-BE49-F238E27FC236}">
                <a16:creationId xmlns:a16="http://schemas.microsoft.com/office/drawing/2014/main" id="{FF3E25D7-C2F8-445D-AA42-C1163028DA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 name="Picture 2">
            <a:extLst>
              <a:ext uri="{FF2B5EF4-FFF2-40B4-BE49-F238E27FC236}">
                <a16:creationId xmlns:a16="http://schemas.microsoft.com/office/drawing/2014/main" id="{25186AEB-363B-738E-7844-35B351300D24}"/>
              </a:ext>
            </a:extLst>
          </p:cNvPr>
          <p:cNvPicPr>
            <a:picLocks noChangeAspect="1"/>
          </p:cNvPicPr>
          <p:nvPr/>
        </p:nvPicPr>
        <p:blipFill>
          <a:blip r:embed="rId3"/>
          <a:stretch>
            <a:fillRect/>
          </a:stretch>
        </p:blipFill>
        <p:spPr>
          <a:xfrm>
            <a:off x="2398200" y="965201"/>
            <a:ext cx="7395600" cy="4918074"/>
          </a:xfrm>
          <a:prstGeom prst="rect">
            <a:avLst/>
          </a:prstGeom>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334683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026" name="Picture 2" descr="Library Management System - Best Library Software 2023">
            <a:extLst>
              <a:ext uri="{FF2B5EF4-FFF2-40B4-BE49-F238E27FC236}">
                <a16:creationId xmlns:a16="http://schemas.microsoft.com/office/drawing/2014/main" id="{C0095C91-8365-E501-8CFB-84DAA045A6C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592824" y="804333"/>
            <a:ext cx="4948285" cy="4948285"/>
          </a:xfrm>
          <a:prstGeom prst="roundRect">
            <a:avLst>
              <a:gd name="adj" fmla="val 5301"/>
            </a:avLst>
          </a:prstGeom>
          <a:noFill/>
          <a:ln w="190500" cap="sq">
            <a:solidFill>
              <a:srgbClr val="EAEAEA"/>
            </a:solidFill>
            <a:miter lim="800000"/>
          </a:ln>
          <a:effectLst/>
          <a:scene3d>
            <a:camera prst="orthographicFront"/>
            <a:lightRig rig="threePt" dir="t">
              <a:rot lat="0" lon="0" rev="2700000"/>
            </a:lightRig>
          </a:scene3d>
          <a:sp3d contourW="6350">
            <a:bevelT h="38100"/>
            <a:contourClr>
              <a:srgbClr val="C0C0C0"/>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6578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ooks on a shelf">
            <a:extLst>
              <a:ext uri="{FF2B5EF4-FFF2-40B4-BE49-F238E27FC236}">
                <a16:creationId xmlns:a16="http://schemas.microsoft.com/office/drawing/2014/main" id="{63E1632A-6A95-84CF-A1AE-B71421D700B5}"/>
              </a:ext>
            </a:extLst>
          </p:cNvPr>
          <p:cNvPicPr>
            <a:picLocks noChangeAspect="1"/>
          </p:cNvPicPr>
          <p:nvPr/>
        </p:nvPicPr>
        <p:blipFill>
          <a:blip r:embed="rId2"/>
          <a:srcRect l="32282" r="28544" b="-1"/>
          <a:stretch>
            <a:fillRect/>
          </a:stretch>
        </p:blipFill>
        <p:spPr>
          <a:xfrm>
            <a:off x="20" y="10"/>
            <a:ext cx="4024741" cy="6857990"/>
          </a:xfrm>
          <a:prstGeom prst="rect">
            <a:avLst/>
          </a:prstGeom>
        </p:spPr>
      </p:pic>
      <p:sp>
        <p:nvSpPr>
          <p:cNvPr id="24" name="Rectangle 23">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47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E35E51-5091-D934-0648-5BDB24E156E3}"/>
              </a:ext>
            </a:extLst>
          </p:cNvPr>
          <p:cNvSpPr>
            <a:spLocks noGrp="1"/>
          </p:cNvSpPr>
          <p:nvPr>
            <p:ph type="title"/>
          </p:nvPr>
        </p:nvSpPr>
        <p:spPr>
          <a:xfrm>
            <a:off x="4434905" y="0"/>
            <a:ext cx="6672886" cy="2063969"/>
          </a:xfrm>
        </p:spPr>
        <p:txBody>
          <a:bodyPr>
            <a:normAutofit/>
          </a:bodyPr>
          <a:lstStyle/>
          <a:p>
            <a:r>
              <a:rPr lang="en-IN" sz="2800" u="sng" dirty="0">
                <a:solidFill>
                  <a:schemeClr val="accent2">
                    <a:lumMod val="75000"/>
                  </a:schemeClr>
                </a:solidFill>
                <a:effectLst>
                  <a:outerShdw blurRad="38100" dist="38100" dir="2700000" algn="tl">
                    <a:srgbClr val="000000">
                      <a:alpha val="43137"/>
                    </a:srgbClr>
                  </a:outerShdw>
                </a:effectLst>
                <a:latin typeface="Algerian" panose="04020705040A02060702" pitchFamily="82" charset="0"/>
              </a:rPr>
              <a:t>Working of Library Management System</a:t>
            </a:r>
          </a:p>
        </p:txBody>
      </p:sp>
      <p:sp>
        <p:nvSpPr>
          <p:cNvPr id="3" name="Content Placeholder 2">
            <a:extLst>
              <a:ext uri="{FF2B5EF4-FFF2-40B4-BE49-F238E27FC236}">
                <a16:creationId xmlns:a16="http://schemas.microsoft.com/office/drawing/2014/main" id="{24E7A27E-88B8-43D2-444A-421AA5B0BA7F}"/>
              </a:ext>
            </a:extLst>
          </p:cNvPr>
          <p:cNvSpPr>
            <a:spLocks noGrp="1"/>
          </p:cNvSpPr>
          <p:nvPr>
            <p:ph sz="quarter" idx="13"/>
          </p:nvPr>
        </p:nvSpPr>
        <p:spPr>
          <a:xfrm>
            <a:off x="4465048" y="1698172"/>
            <a:ext cx="7633167" cy="5004080"/>
          </a:xfrm>
        </p:spPr>
        <p:txBody>
          <a:bodyPr>
            <a:normAutofit/>
          </a:bodyPr>
          <a:lstStyle/>
          <a:p>
            <a:pPr>
              <a:lnSpc>
                <a:spcPct val="110000"/>
              </a:lnSpc>
            </a:pPr>
            <a:r>
              <a:rPr lang="en-IN" sz="1400" b="1" dirty="0"/>
              <a:t>1</a:t>
            </a:r>
            <a:r>
              <a:rPr lang="en-IN" sz="1400" b="1" u="sng" dirty="0"/>
              <a:t>. Login</a:t>
            </a:r>
          </a:p>
          <a:p>
            <a:pPr>
              <a:lnSpc>
                <a:spcPct val="110000"/>
              </a:lnSpc>
            </a:pPr>
            <a:r>
              <a:rPr lang="en-IN" sz="1400" dirty="0"/>
              <a:t>The librarian or administrator logs into the system using a valid username and password. </a:t>
            </a:r>
          </a:p>
          <a:p>
            <a:pPr>
              <a:lnSpc>
                <a:spcPct val="110000"/>
              </a:lnSpc>
            </a:pPr>
            <a:r>
              <a:rPr lang="en-IN" sz="1400" dirty="0"/>
              <a:t>This ensures secure access to library data and features. </a:t>
            </a:r>
          </a:p>
          <a:p>
            <a:pPr>
              <a:lnSpc>
                <a:spcPct val="110000"/>
              </a:lnSpc>
            </a:pPr>
            <a:r>
              <a:rPr lang="en-IN" sz="1400" b="1" dirty="0"/>
              <a:t>2</a:t>
            </a:r>
            <a:r>
              <a:rPr lang="en-IN" sz="1400" b="1" u="sng" dirty="0"/>
              <a:t>. Dashboard</a:t>
            </a:r>
          </a:p>
          <a:p>
            <a:pPr>
              <a:lnSpc>
                <a:spcPct val="110000"/>
              </a:lnSpc>
            </a:pPr>
            <a:r>
              <a:rPr lang="en-IN" sz="1400" dirty="0"/>
              <a:t>After login, the dashboard displays an overview of the library. </a:t>
            </a:r>
          </a:p>
          <a:p>
            <a:pPr>
              <a:lnSpc>
                <a:spcPct val="110000"/>
              </a:lnSpc>
            </a:pPr>
            <a:r>
              <a:rPr lang="en-IN" sz="1400" dirty="0"/>
              <a:t>It shows total books, members, issued books, and due books. </a:t>
            </a:r>
          </a:p>
          <a:p>
            <a:pPr>
              <a:lnSpc>
                <a:spcPct val="110000"/>
              </a:lnSpc>
            </a:pPr>
            <a:r>
              <a:rPr lang="en-IN" sz="1400" b="1" dirty="0"/>
              <a:t>3</a:t>
            </a:r>
            <a:r>
              <a:rPr lang="en-IN" sz="1400" b="1" u="sng" dirty="0"/>
              <a:t>. Manage Books</a:t>
            </a:r>
            <a:endParaRPr lang="en-IN" sz="1400" u="sng" dirty="0"/>
          </a:p>
          <a:p>
            <a:pPr>
              <a:lnSpc>
                <a:spcPct val="110000"/>
              </a:lnSpc>
            </a:pPr>
            <a:r>
              <a:rPr lang="en-IN" sz="1400" dirty="0"/>
              <a:t>Librarians can add new books to the library database. </a:t>
            </a:r>
          </a:p>
          <a:p>
            <a:pPr>
              <a:lnSpc>
                <a:spcPct val="110000"/>
              </a:lnSpc>
            </a:pPr>
            <a:r>
              <a:rPr lang="en-IN" sz="1400" dirty="0"/>
              <a:t>Existing book records can be updated or deleted. </a:t>
            </a:r>
          </a:p>
          <a:p>
            <a:pPr>
              <a:lnSpc>
                <a:spcPct val="110000"/>
              </a:lnSpc>
            </a:pPr>
            <a:r>
              <a:rPr lang="en-IN" sz="1400" dirty="0"/>
              <a:t>Users can search for books by title, author, or ISBN. </a:t>
            </a:r>
          </a:p>
          <a:p>
            <a:pPr>
              <a:lnSpc>
                <a:spcPct val="110000"/>
              </a:lnSpc>
            </a:pPr>
            <a:r>
              <a:rPr lang="en-IN" sz="1400" b="1" dirty="0"/>
              <a:t>4</a:t>
            </a:r>
            <a:r>
              <a:rPr lang="en-IN" sz="1400" b="1" u="sng" dirty="0"/>
              <a:t>. Manage Members</a:t>
            </a:r>
            <a:endParaRPr lang="en-IN" sz="1400" u="sng" dirty="0"/>
          </a:p>
          <a:p>
            <a:pPr>
              <a:lnSpc>
                <a:spcPct val="110000"/>
              </a:lnSpc>
            </a:pPr>
            <a:r>
              <a:rPr lang="en-IN" sz="1400" dirty="0"/>
              <a:t>New members can be registered in the system. </a:t>
            </a:r>
          </a:p>
          <a:p>
            <a:pPr>
              <a:lnSpc>
                <a:spcPct val="110000"/>
              </a:lnSpc>
            </a:pPr>
            <a:r>
              <a:rPr lang="en-IN" sz="1400" dirty="0"/>
              <a:t>Member details such as name, ID, and contact information are stored and managed.</a:t>
            </a:r>
          </a:p>
          <a:p>
            <a:pPr>
              <a:lnSpc>
                <a:spcPct val="110000"/>
              </a:lnSpc>
            </a:pPr>
            <a:endParaRPr lang="en-IN" sz="800" dirty="0"/>
          </a:p>
        </p:txBody>
      </p:sp>
    </p:spTree>
    <p:extLst>
      <p:ext uri="{BB962C8B-B14F-4D97-AF65-F5344CB8AC3E}">
        <p14:creationId xmlns:p14="http://schemas.microsoft.com/office/powerpoint/2010/main" val="5189163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9"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5F86BEAF-FD24-4827-AD37-6785EBC9C2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3" name="Rectangle 12">
            <a:extLst>
              <a:ext uri="{FF2B5EF4-FFF2-40B4-BE49-F238E27FC236}">
                <a16:creationId xmlns:a16="http://schemas.microsoft.com/office/drawing/2014/main" id="{C08B58CE-A486-4D86-A04C-CEBEC0C6E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a:extLst>
              <a:ext uri="{FF2B5EF4-FFF2-40B4-BE49-F238E27FC236}">
                <a16:creationId xmlns:a16="http://schemas.microsoft.com/office/drawing/2014/main" id="{7EF397AE-0609-4FFB-A98F-ECD05F0EF2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Cluster of books">
            <a:extLst>
              <a:ext uri="{FF2B5EF4-FFF2-40B4-BE49-F238E27FC236}">
                <a16:creationId xmlns:a16="http://schemas.microsoft.com/office/drawing/2014/main" id="{294A1C72-27CA-B738-30D0-24C1B1167B9A}"/>
              </a:ext>
            </a:extLst>
          </p:cNvPr>
          <p:cNvPicPr>
            <a:picLocks noChangeAspect="1"/>
          </p:cNvPicPr>
          <p:nvPr/>
        </p:nvPicPr>
        <p:blipFill>
          <a:blip r:embed="rId4">
            <a:duotone>
              <a:schemeClr val="bg2">
                <a:shade val="45000"/>
                <a:satMod val="135000"/>
              </a:schemeClr>
              <a:prstClr val="white"/>
            </a:duotone>
            <a:alphaModFix amt="25000"/>
          </a:blip>
          <a:srcRect t="10544" b="171"/>
          <a:stretch>
            <a:fillRect/>
          </a:stretch>
        </p:blipFill>
        <p:spPr>
          <a:xfrm>
            <a:off x="20" y="10"/>
            <a:ext cx="12191980" cy="6857990"/>
          </a:xfrm>
          <a:prstGeom prst="rect">
            <a:avLst/>
          </a:prstGeom>
        </p:spPr>
      </p:pic>
      <p:pic>
        <p:nvPicPr>
          <p:cNvPr id="17" name="Picture 16">
            <a:extLst>
              <a:ext uri="{FF2B5EF4-FFF2-40B4-BE49-F238E27FC236}">
                <a16:creationId xmlns:a16="http://schemas.microsoft.com/office/drawing/2014/main" id="{FF0509A6-53B5-44A9-B59C-1D9C4DD3C2A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FC4968C3-CBCD-2480-ED23-5FF1F9A15F0A}"/>
              </a:ext>
            </a:extLst>
          </p:cNvPr>
          <p:cNvSpPr txBox="1"/>
          <p:nvPr/>
        </p:nvSpPr>
        <p:spPr>
          <a:xfrm>
            <a:off x="913774" y="552659"/>
            <a:ext cx="10363826" cy="6139543"/>
          </a:xfrm>
          <a:prstGeom prst="rect">
            <a:avLst/>
          </a:prstGeom>
        </p:spPr>
        <p:txBody>
          <a:bodyPr vert="horz" lIns="91440" tIns="45720" rIns="91440" bIns="45720" rtlCol="0">
            <a:normAutofit fontScale="92500" lnSpcReduction="10000"/>
          </a:bodyPr>
          <a:lstStyle/>
          <a:p>
            <a:pPr indent="-228600" defTabSz="914400">
              <a:lnSpc>
                <a:spcPct val="110000"/>
              </a:lnSpc>
              <a:spcAft>
                <a:spcPts val="600"/>
              </a:spcAft>
              <a:buClr>
                <a:schemeClr val="tx1"/>
              </a:buClr>
              <a:buFont typeface="Arial" panose="020B0604020202020204" pitchFamily="34" charset="0"/>
              <a:buChar char="•"/>
            </a:pPr>
            <a:r>
              <a:rPr lang="en-US" sz="1900" b="1" cap="all" dirty="0"/>
              <a:t>5</a:t>
            </a:r>
            <a:r>
              <a:rPr lang="en-US" sz="1900" b="1" u="sng" cap="all" dirty="0"/>
              <a:t>. Issue Books</a:t>
            </a:r>
            <a:endParaRPr lang="en-US" sz="1900" u="sng" cap="all" dirty="0"/>
          </a:p>
          <a:p>
            <a:pPr indent="-228600" defTabSz="914400">
              <a:lnSpc>
                <a:spcPct val="110000"/>
              </a:lnSpc>
              <a:spcAft>
                <a:spcPts val="600"/>
              </a:spcAft>
              <a:buClr>
                <a:schemeClr val="tx1"/>
              </a:buClr>
              <a:buFont typeface="Arial" panose="020B0604020202020204" pitchFamily="34" charset="0"/>
              <a:buChar char="•"/>
            </a:pPr>
            <a:r>
              <a:rPr lang="en-US" sz="1900" cap="all" dirty="0"/>
              <a:t>Books can be issued to registered members. </a:t>
            </a:r>
          </a:p>
          <a:p>
            <a:pPr indent="-228600" defTabSz="914400">
              <a:lnSpc>
                <a:spcPct val="110000"/>
              </a:lnSpc>
              <a:spcAft>
                <a:spcPts val="600"/>
              </a:spcAft>
              <a:buClr>
                <a:schemeClr val="tx1"/>
              </a:buClr>
              <a:buFont typeface="Arial" panose="020B0604020202020204" pitchFamily="34" charset="0"/>
              <a:buChar char="•"/>
            </a:pPr>
            <a:r>
              <a:rPr lang="en-US" sz="1900" cap="all" dirty="0"/>
              <a:t>The system records the issue date and due date automatically. </a:t>
            </a:r>
          </a:p>
          <a:p>
            <a:pPr indent="-228600" defTabSz="914400">
              <a:lnSpc>
                <a:spcPct val="110000"/>
              </a:lnSpc>
              <a:spcAft>
                <a:spcPts val="600"/>
              </a:spcAft>
              <a:buClr>
                <a:schemeClr val="tx1"/>
              </a:buClr>
              <a:buFont typeface="Arial" panose="020B0604020202020204" pitchFamily="34" charset="0"/>
              <a:buChar char="•"/>
            </a:pPr>
            <a:r>
              <a:rPr lang="en-US" sz="1900" b="1" cap="all" dirty="0"/>
              <a:t>6. </a:t>
            </a:r>
            <a:r>
              <a:rPr lang="en-US" sz="1900" b="1" u="sng" cap="all" dirty="0"/>
              <a:t>Return Books</a:t>
            </a:r>
            <a:endParaRPr lang="en-US" sz="1900" u="sng" cap="all" dirty="0"/>
          </a:p>
          <a:p>
            <a:pPr indent="-228600" defTabSz="914400">
              <a:lnSpc>
                <a:spcPct val="110000"/>
              </a:lnSpc>
              <a:spcAft>
                <a:spcPts val="600"/>
              </a:spcAft>
              <a:buClr>
                <a:schemeClr val="tx1"/>
              </a:buClr>
              <a:buFont typeface="Arial" panose="020B0604020202020204" pitchFamily="34" charset="0"/>
              <a:buChar char="•"/>
            </a:pPr>
            <a:r>
              <a:rPr lang="en-US" sz="1900" cap="all" dirty="0"/>
              <a:t>Returned books are updated in the database. </a:t>
            </a:r>
          </a:p>
          <a:p>
            <a:pPr indent="-228600" defTabSz="914400">
              <a:lnSpc>
                <a:spcPct val="110000"/>
              </a:lnSpc>
              <a:spcAft>
                <a:spcPts val="600"/>
              </a:spcAft>
              <a:buClr>
                <a:schemeClr val="tx1"/>
              </a:buClr>
              <a:buFont typeface="Arial" panose="020B0604020202020204" pitchFamily="34" charset="0"/>
              <a:buChar char="•"/>
            </a:pPr>
            <a:r>
              <a:rPr lang="en-US" sz="1900" cap="all" dirty="0"/>
              <a:t>The system marks the book as available for future use. </a:t>
            </a:r>
          </a:p>
          <a:p>
            <a:pPr indent="-228600" defTabSz="914400">
              <a:lnSpc>
                <a:spcPct val="110000"/>
              </a:lnSpc>
              <a:spcAft>
                <a:spcPts val="600"/>
              </a:spcAft>
              <a:buClr>
                <a:schemeClr val="tx1"/>
              </a:buClr>
              <a:buFont typeface="Arial" panose="020B0604020202020204" pitchFamily="34" charset="0"/>
              <a:buChar char="•"/>
            </a:pPr>
            <a:r>
              <a:rPr lang="en-US" sz="1900" cap="all" dirty="0"/>
              <a:t>Fine calculations can be performed for late returns. </a:t>
            </a:r>
          </a:p>
          <a:p>
            <a:pPr indent="-228600" defTabSz="914400">
              <a:lnSpc>
                <a:spcPct val="110000"/>
              </a:lnSpc>
              <a:spcAft>
                <a:spcPts val="600"/>
              </a:spcAft>
              <a:buClr>
                <a:schemeClr val="tx1"/>
              </a:buClr>
              <a:buFont typeface="Arial" panose="020B0604020202020204" pitchFamily="34" charset="0"/>
              <a:buChar char="•"/>
            </a:pPr>
            <a:r>
              <a:rPr lang="en-US" sz="1900" b="1" cap="all" dirty="0"/>
              <a:t>7. </a:t>
            </a:r>
            <a:r>
              <a:rPr lang="en-US" sz="1900" b="1" u="sng" cap="all" dirty="0"/>
              <a:t>Reports</a:t>
            </a:r>
            <a:endParaRPr lang="en-US" sz="1900" u="sng" cap="all" dirty="0"/>
          </a:p>
          <a:p>
            <a:pPr indent="-228600" defTabSz="914400">
              <a:lnSpc>
                <a:spcPct val="110000"/>
              </a:lnSpc>
              <a:spcAft>
                <a:spcPts val="600"/>
              </a:spcAft>
              <a:buClr>
                <a:schemeClr val="tx1"/>
              </a:buClr>
              <a:buFont typeface="Arial" panose="020B0604020202020204" pitchFamily="34" charset="0"/>
              <a:buChar char="•"/>
            </a:pPr>
            <a:r>
              <a:rPr lang="en-US" sz="1900" cap="all" dirty="0"/>
              <a:t>The system generates reports on issued books, returned books, and fines. </a:t>
            </a:r>
          </a:p>
          <a:p>
            <a:pPr indent="-228600" defTabSz="914400">
              <a:lnSpc>
                <a:spcPct val="110000"/>
              </a:lnSpc>
              <a:spcAft>
                <a:spcPts val="600"/>
              </a:spcAft>
              <a:buClr>
                <a:schemeClr val="tx1"/>
              </a:buClr>
              <a:buFont typeface="Arial" panose="020B0604020202020204" pitchFamily="34" charset="0"/>
              <a:buChar char="•"/>
            </a:pPr>
            <a:r>
              <a:rPr lang="en-US" sz="1900" cap="all" dirty="0"/>
              <a:t>These reports help in monitoring library activities and maintaining records. </a:t>
            </a:r>
          </a:p>
          <a:p>
            <a:pPr indent="-228600" defTabSz="914400">
              <a:lnSpc>
                <a:spcPct val="110000"/>
              </a:lnSpc>
              <a:spcAft>
                <a:spcPts val="600"/>
              </a:spcAft>
              <a:buClr>
                <a:schemeClr val="tx1"/>
              </a:buClr>
              <a:buFont typeface="Arial" panose="020B0604020202020204" pitchFamily="34" charset="0"/>
              <a:buChar char="•"/>
            </a:pPr>
            <a:r>
              <a:rPr lang="en-US" sz="1900" b="1" u="sng" cap="all" dirty="0"/>
              <a:t>Key Benefits</a:t>
            </a:r>
          </a:p>
          <a:p>
            <a:pPr indent="-228600" defTabSz="914400">
              <a:lnSpc>
                <a:spcPct val="110000"/>
              </a:lnSpc>
              <a:spcAft>
                <a:spcPts val="600"/>
              </a:spcAft>
              <a:buClr>
                <a:schemeClr val="tx1"/>
              </a:buClr>
              <a:buFont typeface="Arial" panose="020B0604020202020204" pitchFamily="34" charset="0"/>
              <a:buChar char="•"/>
            </a:pPr>
            <a:r>
              <a:rPr lang="en-US" sz="1900" cap="all" dirty="0"/>
              <a:t>Reduces manual work and paperwork. </a:t>
            </a:r>
          </a:p>
          <a:p>
            <a:pPr indent="-228600" defTabSz="914400">
              <a:lnSpc>
                <a:spcPct val="110000"/>
              </a:lnSpc>
              <a:spcAft>
                <a:spcPts val="600"/>
              </a:spcAft>
              <a:buClr>
                <a:schemeClr val="tx1"/>
              </a:buClr>
              <a:buFont typeface="Arial" panose="020B0604020202020204" pitchFamily="34" charset="0"/>
              <a:buChar char="•"/>
            </a:pPr>
            <a:r>
              <a:rPr lang="en-US" sz="1900" cap="all" dirty="0"/>
              <a:t>Saves time and improves efficiency. </a:t>
            </a:r>
          </a:p>
          <a:p>
            <a:pPr indent="-228600" defTabSz="914400">
              <a:lnSpc>
                <a:spcPct val="110000"/>
              </a:lnSpc>
              <a:spcAft>
                <a:spcPts val="600"/>
              </a:spcAft>
              <a:buClr>
                <a:schemeClr val="tx1"/>
              </a:buClr>
              <a:buFont typeface="Arial" panose="020B0604020202020204" pitchFamily="34" charset="0"/>
              <a:buChar char="•"/>
            </a:pPr>
            <a:r>
              <a:rPr lang="en-US" sz="1900" cap="all" dirty="0"/>
              <a:t>Provides quick book search functionality. </a:t>
            </a:r>
          </a:p>
          <a:p>
            <a:pPr indent="-228600" defTabSz="914400">
              <a:lnSpc>
                <a:spcPct val="110000"/>
              </a:lnSpc>
              <a:spcAft>
                <a:spcPts val="600"/>
              </a:spcAft>
              <a:buClr>
                <a:schemeClr val="tx1"/>
              </a:buClr>
              <a:buFont typeface="Arial" panose="020B0604020202020204" pitchFamily="34" charset="0"/>
              <a:buChar char="•"/>
            </a:pPr>
            <a:r>
              <a:rPr lang="en-US" sz="1900" cap="all" dirty="0"/>
              <a:t>Maintains accurate records of books and members. </a:t>
            </a:r>
          </a:p>
          <a:p>
            <a:pPr indent="-228600" defTabSz="914400">
              <a:lnSpc>
                <a:spcPct val="110000"/>
              </a:lnSpc>
              <a:spcAft>
                <a:spcPts val="600"/>
              </a:spcAft>
              <a:buClr>
                <a:schemeClr val="tx1"/>
              </a:buClr>
              <a:buFont typeface="Arial" panose="020B0604020202020204" pitchFamily="34" charset="0"/>
              <a:buChar char="•"/>
            </a:pPr>
            <a:r>
              <a:rPr lang="en-US" sz="1900" cap="all" dirty="0"/>
              <a:t>Tracks issued, returned, and overdue books effectively. </a:t>
            </a:r>
          </a:p>
          <a:p>
            <a:pPr indent="-228600" defTabSz="914400">
              <a:lnSpc>
                <a:spcPct val="110000"/>
              </a:lnSpc>
              <a:spcAft>
                <a:spcPts val="600"/>
              </a:spcAft>
              <a:buClr>
                <a:schemeClr val="tx1"/>
              </a:buClr>
              <a:buFont typeface="Arial" panose="020B0604020202020204" pitchFamily="34" charset="0"/>
              <a:buChar char="•"/>
            </a:pPr>
            <a:r>
              <a:rPr lang="en-US" sz="1900" cap="all" dirty="0"/>
              <a:t>Improves overall library management and organization</a:t>
            </a:r>
            <a:r>
              <a:rPr lang="en-US" sz="700" cap="all" dirty="0"/>
              <a:t>.</a:t>
            </a:r>
          </a:p>
        </p:txBody>
      </p:sp>
    </p:spTree>
    <p:extLst>
      <p:ext uri="{BB962C8B-B14F-4D97-AF65-F5344CB8AC3E}">
        <p14:creationId xmlns:p14="http://schemas.microsoft.com/office/powerpoint/2010/main" val="3046387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E64294-93DB-5B03-8504-F722867C0EA7}"/>
              </a:ext>
            </a:extLst>
          </p:cNvPr>
          <p:cNvPicPr>
            <a:picLocks noChangeAspect="1"/>
          </p:cNvPicPr>
          <p:nvPr/>
        </p:nvPicPr>
        <p:blipFill>
          <a:blip r:embed="rId2"/>
          <a:stretch>
            <a:fillRect/>
          </a:stretch>
        </p:blipFill>
        <p:spPr>
          <a:xfrm>
            <a:off x="150725" y="0"/>
            <a:ext cx="11696281" cy="6858000"/>
          </a:xfrm>
          <a:prstGeom prst="rect">
            <a:avLst/>
          </a:prstGeom>
        </p:spPr>
      </p:pic>
    </p:spTree>
    <p:extLst>
      <p:ext uri="{BB962C8B-B14F-4D97-AF65-F5344CB8AC3E}">
        <p14:creationId xmlns:p14="http://schemas.microsoft.com/office/powerpoint/2010/main" val="2591293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57E607C4-A0A1-44FA-981D-EA3B813963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AA1C6957-4964-5039-3C3F-562D2A9AF98D}"/>
              </a:ext>
            </a:extLst>
          </p:cNvPr>
          <p:cNvPicPr>
            <a:picLocks noChangeAspect="1"/>
          </p:cNvPicPr>
          <p:nvPr/>
        </p:nvPicPr>
        <p:blipFill>
          <a:blip r:embed="rId2"/>
          <a:srcRect r="19973" b="3883"/>
          <a:stretch>
            <a:fillRect/>
          </a:stretch>
        </p:blipFill>
        <p:spPr>
          <a:xfrm>
            <a:off x="1972914" y="222514"/>
            <a:ext cx="8869257" cy="5992020"/>
          </a:xfrm>
          <a:prstGeom prst="rect">
            <a:avLst/>
          </a:prstGeom>
        </p:spPr>
      </p:pic>
      <p:pic>
        <p:nvPicPr>
          <p:cNvPr id="18" name="Picture 17">
            <a:extLst>
              <a:ext uri="{FF2B5EF4-FFF2-40B4-BE49-F238E27FC236}">
                <a16:creationId xmlns:a16="http://schemas.microsoft.com/office/drawing/2014/main" id="{08D97526-B9D9-4257-B6A9-9D798897492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276363318"/>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B06FDA6-3E44-CFD3-38D6-603BB869E254}"/>
              </a:ext>
            </a:extLst>
          </p:cNvPr>
          <p:cNvPicPr>
            <a:picLocks noChangeAspect="1"/>
          </p:cNvPicPr>
          <p:nvPr/>
        </p:nvPicPr>
        <p:blipFill>
          <a:blip r:embed="rId2"/>
          <a:srcRect l="31217" r="35772"/>
          <a:stretch>
            <a:fillRect/>
          </a:stretch>
        </p:blipFill>
        <p:spPr>
          <a:xfrm>
            <a:off x="20" y="10"/>
            <a:ext cx="4024741" cy="6857990"/>
          </a:xfrm>
          <a:prstGeom prst="rect">
            <a:avLst/>
          </a:prstGeom>
        </p:spPr>
      </p:pic>
      <p:sp>
        <p:nvSpPr>
          <p:cNvPr id="11" name="Rectangle 10">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47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482EC8A-890D-5F97-C674-22C43F300988}"/>
              </a:ext>
            </a:extLst>
          </p:cNvPr>
          <p:cNvSpPr>
            <a:spLocks noGrp="1"/>
          </p:cNvSpPr>
          <p:nvPr>
            <p:ph type="title"/>
          </p:nvPr>
        </p:nvSpPr>
        <p:spPr>
          <a:xfrm>
            <a:off x="4465050" y="618517"/>
            <a:ext cx="6672886" cy="1596177"/>
          </a:xfrm>
        </p:spPr>
        <p:txBody>
          <a:bodyPr>
            <a:normAutofit/>
          </a:bodyPr>
          <a:lstStyle/>
          <a:p>
            <a:r>
              <a:rPr lang="en-US" b="1" u="sng" dirty="0">
                <a:effectLst>
                  <a:outerShdw blurRad="38100" dist="38100" dir="2700000" algn="tl">
                    <a:srgbClr val="000000">
                      <a:alpha val="43137"/>
                    </a:srgbClr>
                  </a:outerShdw>
                </a:effectLst>
                <a:latin typeface="Algerian" panose="04020705040A02060702" pitchFamily="82" charset="0"/>
              </a:rPr>
              <a:t>Future scope</a:t>
            </a:r>
            <a:endParaRPr lang="en-IN" b="1" u="sng" dirty="0">
              <a:effectLst>
                <a:outerShdw blurRad="38100" dist="38100" dir="2700000" algn="tl">
                  <a:srgbClr val="000000">
                    <a:alpha val="43137"/>
                  </a:srgbClr>
                </a:outerShdw>
              </a:effectLst>
              <a:latin typeface="Algerian" panose="04020705040A02060702" pitchFamily="82" charset="0"/>
            </a:endParaRPr>
          </a:p>
        </p:txBody>
      </p:sp>
      <p:sp>
        <p:nvSpPr>
          <p:cNvPr id="3" name="Content Placeholder 2">
            <a:extLst>
              <a:ext uri="{FF2B5EF4-FFF2-40B4-BE49-F238E27FC236}">
                <a16:creationId xmlns:a16="http://schemas.microsoft.com/office/drawing/2014/main" id="{2594F3DE-AE05-A1A8-165E-5709A55DEE0C}"/>
              </a:ext>
            </a:extLst>
          </p:cNvPr>
          <p:cNvSpPr>
            <a:spLocks noGrp="1"/>
          </p:cNvSpPr>
          <p:nvPr>
            <p:ph sz="quarter" idx="13"/>
          </p:nvPr>
        </p:nvSpPr>
        <p:spPr>
          <a:xfrm>
            <a:off x="4465048" y="1969478"/>
            <a:ext cx="7432200" cy="4501660"/>
          </a:xfrm>
        </p:spPr>
        <p:txBody>
          <a:bodyPr>
            <a:normAutofit lnSpcReduction="10000"/>
          </a:bodyPr>
          <a:lstStyle/>
          <a:p>
            <a:pPr>
              <a:lnSpc>
                <a:spcPct val="110000"/>
              </a:lnSpc>
            </a:pPr>
            <a:r>
              <a:rPr lang="en-IN" sz="1600" b="1" dirty="0"/>
              <a:t>Cloud-Based Storage</a:t>
            </a:r>
            <a:endParaRPr lang="en-IN" sz="1600" dirty="0"/>
          </a:p>
          <a:p>
            <a:pPr>
              <a:lnSpc>
                <a:spcPct val="110000"/>
              </a:lnSpc>
            </a:pPr>
            <a:r>
              <a:rPr lang="en-IN" sz="1600" dirty="0"/>
              <a:t>Library data can be stored on the cloud for better accessibility and security.</a:t>
            </a:r>
          </a:p>
          <a:p>
            <a:pPr>
              <a:lnSpc>
                <a:spcPct val="110000"/>
              </a:lnSpc>
            </a:pPr>
            <a:r>
              <a:rPr lang="en-IN" sz="1600" b="1" dirty="0"/>
              <a:t>Barcode Scanning</a:t>
            </a:r>
            <a:endParaRPr lang="en-IN" sz="1600" dirty="0"/>
          </a:p>
          <a:p>
            <a:pPr>
              <a:lnSpc>
                <a:spcPct val="110000"/>
              </a:lnSpc>
            </a:pPr>
            <a:r>
              <a:rPr lang="en-IN" sz="1600" dirty="0"/>
              <a:t>Faster book tracking and management using barcode technology.</a:t>
            </a:r>
          </a:p>
          <a:p>
            <a:pPr>
              <a:lnSpc>
                <a:spcPct val="110000"/>
              </a:lnSpc>
            </a:pPr>
            <a:r>
              <a:rPr lang="en-IN" sz="1600" b="1" dirty="0"/>
              <a:t>Advanced Analytics and Reports</a:t>
            </a:r>
            <a:endParaRPr lang="en-IN" sz="1600" dirty="0"/>
          </a:p>
          <a:p>
            <a:pPr>
              <a:lnSpc>
                <a:spcPct val="110000"/>
              </a:lnSpc>
            </a:pPr>
            <a:r>
              <a:rPr lang="en-IN" sz="1600" dirty="0"/>
              <a:t>Detailed reports and data analysis for better library decision-making.</a:t>
            </a:r>
          </a:p>
          <a:p>
            <a:pPr>
              <a:lnSpc>
                <a:spcPct val="110000"/>
              </a:lnSpc>
            </a:pPr>
            <a:r>
              <a:rPr lang="en-IN" sz="1600" b="1" dirty="0"/>
              <a:t>Multi-Library Integration</a:t>
            </a:r>
            <a:endParaRPr lang="en-IN" sz="1600" dirty="0"/>
          </a:p>
          <a:p>
            <a:pPr>
              <a:lnSpc>
                <a:spcPct val="110000"/>
              </a:lnSpc>
            </a:pPr>
            <a:r>
              <a:rPr lang="en-IN" sz="1600" dirty="0"/>
              <a:t>Users can search and borrow books from multiple connected libraries.</a:t>
            </a:r>
          </a:p>
          <a:p>
            <a:pPr>
              <a:lnSpc>
                <a:spcPct val="110000"/>
              </a:lnSpc>
            </a:pPr>
            <a:r>
              <a:rPr lang="en-IN" sz="1600" b="1" dirty="0"/>
              <a:t>Enhanced Security Features</a:t>
            </a:r>
            <a:r>
              <a:rPr lang="en-IN" sz="1600" dirty="0"/>
              <a:t> </a:t>
            </a:r>
          </a:p>
          <a:p>
            <a:pPr>
              <a:lnSpc>
                <a:spcPct val="110000"/>
              </a:lnSpc>
            </a:pPr>
            <a:r>
              <a:rPr lang="en-IN" sz="1600" dirty="0"/>
              <a:t>Biometric authentication and advanced user access control for secure operations. </a:t>
            </a:r>
          </a:p>
          <a:p>
            <a:pPr>
              <a:lnSpc>
                <a:spcPct val="110000"/>
              </a:lnSpc>
            </a:pPr>
            <a:endParaRPr lang="en-IN" sz="1100" dirty="0"/>
          </a:p>
        </p:txBody>
      </p:sp>
    </p:spTree>
    <p:extLst>
      <p:ext uri="{BB962C8B-B14F-4D97-AF65-F5344CB8AC3E}">
        <p14:creationId xmlns:p14="http://schemas.microsoft.com/office/powerpoint/2010/main" val="7269862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57E607C4-A0A1-44FA-981D-EA3B813963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multicoloured illustration of the word &quot;Thank you.&quot;">
            <a:extLst>
              <a:ext uri="{FF2B5EF4-FFF2-40B4-BE49-F238E27FC236}">
                <a16:creationId xmlns:a16="http://schemas.microsoft.com/office/drawing/2014/main" id="{2EE20252-5924-E9CD-3F52-828F64A2C66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014632" y="643466"/>
            <a:ext cx="8162735" cy="5571067"/>
          </a:xfrm>
          <a:prstGeom prst="rect">
            <a:avLst/>
          </a:prstGeom>
          <a:noFill/>
          <a:extLst>
            <a:ext uri="{909E8E84-426E-40DD-AFC4-6F175D3DCCD1}">
              <a14:hiddenFill xmlns:a14="http://schemas.microsoft.com/office/drawing/2010/main">
                <a:solidFill>
                  <a:srgbClr val="FFFFFF"/>
                </a:solidFill>
              </a14:hiddenFill>
            </a:ext>
          </a:extLst>
        </p:spPr>
      </p:pic>
      <p:pic>
        <p:nvPicPr>
          <p:cNvPr id="2057" name="Picture 2056">
            <a:extLst>
              <a:ext uri="{FF2B5EF4-FFF2-40B4-BE49-F238E27FC236}">
                <a16:creationId xmlns:a16="http://schemas.microsoft.com/office/drawing/2014/main" id="{08D97526-B9D9-4257-B6A9-9D798897492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376327606"/>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{81A36AAC-FA02-426E-B2C4-9F996C4BAF8A}TF62d0d592-7ac2-4846-a919-75806e8bead49553d537-f813ce055067</Template>
  <TotalTime>70</TotalTime>
  <Words>420</Words>
  <Application>Microsoft Office PowerPoint</Application>
  <PresentationFormat>Widescreen</PresentationFormat>
  <Paragraphs>48</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Algerian</vt:lpstr>
      <vt:lpstr>Arial</vt:lpstr>
      <vt:lpstr>Bahnschrift SemiBold</vt:lpstr>
      <vt:lpstr>Bell MT</vt:lpstr>
      <vt:lpstr>Tw Cen MT</vt:lpstr>
      <vt:lpstr>Droplet</vt:lpstr>
      <vt:lpstr>Library management system</vt:lpstr>
      <vt:lpstr>Introduction</vt:lpstr>
      <vt:lpstr>PowerPoint Presentation</vt:lpstr>
      <vt:lpstr>PowerPoint Presentation</vt:lpstr>
      <vt:lpstr>Working of Library Management System</vt:lpstr>
      <vt:lpstr>PowerPoint Presentation</vt:lpstr>
      <vt:lpstr>PowerPoint Presentation</vt:lpstr>
      <vt:lpstr>PowerPoint Presentation</vt:lpstr>
      <vt:lpstr>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Mausham Kumari</dc:creator>
  <cp:lastModifiedBy>Mausham Kumari</cp:lastModifiedBy>
  <cp:revision>1</cp:revision>
  <dcterms:created xsi:type="dcterms:W3CDTF">2026-06-09T09:53:41Z</dcterms:created>
  <dcterms:modified xsi:type="dcterms:W3CDTF">2026-06-09T11:04:11Z</dcterms:modified>
</cp:coreProperties>
</file>